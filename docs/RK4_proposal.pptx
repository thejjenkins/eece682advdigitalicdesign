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60" r:id="rId7"/>
    <p:sldId id="259" r:id="rId8"/>
    <p:sldId id="261" r:id="rId9"/>
    <p:sldId id="266" r:id="rId10"/>
    <p:sldId id="263" r:id="rId11"/>
    <p:sldId id="267" r:id="rId12"/>
    <p:sldId id="258"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6060"/>
    <a:srgbClr val="E318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5FB57C-2AC9-49C4-912D-2AE1B9AC890E}" v="1455" dt="2026-02-18T19:39:40.0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11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kins, James" userId="22dbd369-5602-45b9-bd4f-e278865c6247" providerId="ADAL" clId="{8DDE56CA-45B9-4108-B666-8A997AD81334}"/>
    <pc:docChg chg="undo custSel addSld delSld modSld">
      <pc:chgData name="Jenkins, James" userId="22dbd369-5602-45b9-bd4f-e278865c6247" providerId="ADAL" clId="{8DDE56CA-45B9-4108-B666-8A997AD81334}" dt="2026-02-18T19:53:07.541" v="4681" actId="20577"/>
      <pc:docMkLst>
        <pc:docMk/>
      </pc:docMkLst>
      <pc:sldChg chg="modSp mod">
        <pc:chgData name="Jenkins, James" userId="22dbd369-5602-45b9-bd4f-e278865c6247" providerId="ADAL" clId="{8DDE56CA-45B9-4108-B666-8A997AD81334}" dt="2026-02-18T17:10:10.445" v="88" actId="20577"/>
        <pc:sldMkLst>
          <pc:docMk/>
          <pc:sldMk cId="0" sldId="256"/>
        </pc:sldMkLst>
        <pc:spChg chg="mod">
          <ac:chgData name="Jenkins, James" userId="22dbd369-5602-45b9-bd4f-e278865c6247" providerId="ADAL" clId="{8DDE56CA-45B9-4108-B666-8A997AD81334}" dt="2026-02-18T17:10:10.445" v="88" actId="20577"/>
          <ac:spMkLst>
            <pc:docMk/>
            <pc:sldMk cId="0" sldId="256"/>
            <ac:spMk id="4" creationId="{00000000-0000-0000-0000-000000000000}"/>
          </ac:spMkLst>
        </pc:spChg>
      </pc:sldChg>
      <pc:sldChg chg="addSp delSp modSp mod">
        <pc:chgData name="Jenkins, James" userId="22dbd369-5602-45b9-bd4f-e278865c6247" providerId="ADAL" clId="{8DDE56CA-45B9-4108-B666-8A997AD81334}" dt="2026-02-18T17:27:15.010" v="1056" actId="1076"/>
        <pc:sldMkLst>
          <pc:docMk/>
          <pc:sldMk cId="3710775210" sldId="257"/>
        </pc:sldMkLst>
        <pc:spChg chg="mod">
          <ac:chgData name="Jenkins, James" userId="22dbd369-5602-45b9-bd4f-e278865c6247" providerId="ADAL" clId="{8DDE56CA-45B9-4108-B666-8A997AD81334}" dt="2026-02-18T17:26:25.992" v="1051" actId="14100"/>
          <ac:spMkLst>
            <pc:docMk/>
            <pc:sldMk cId="3710775210" sldId="257"/>
            <ac:spMk id="3" creationId="{7D57EA32-C087-5742-A2B1-34DC84EF4531}"/>
          </ac:spMkLst>
        </pc:spChg>
        <pc:picChg chg="del">
          <ac:chgData name="Jenkins, James" userId="22dbd369-5602-45b9-bd4f-e278865c6247" providerId="ADAL" clId="{8DDE56CA-45B9-4108-B666-8A997AD81334}" dt="2026-02-18T17:10:28.553" v="89" actId="478"/>
          <ac:picMkLst>
            <pc:docMk/>
            <pc:sldMk cId="3710775210" sldId="257"/>
            <ac:picMk id="5" creationId="{94DF0D5B-4669-1673-D7EC-B66A8F5E7BDD}"/>
          </ac:picMkLst>
        </pc:picChg>
        <pc:picChg chg="add mod">
          <ac:chgData name="Jenkins, James" userId="22dbd369-5602-45b9-bd4f-e278865c6247" providerId="ADAL" clId="{8DDE56CA-45B9-4108-B666-8A997AD81334}" dt="2026-02-18T17:27:15.010" v="1056" actId="1076"/>
          <ac:picMkLst>
            <pc:docMk/>
            <pc:sldMk cId="3710775210" sldId="257"/>
            <ac:picMk id="6" creationId="{D8116AC0-EBF6-AD63-D7BE-F0E71DCB64CF}"/>
          </ac:picMkLst>
        </pc:picChg>
      </pc:sldChg>
      <pc:sldChg chg="modSp mod">
        <pc:chgData name="Jenkins, James" userId="22dbd369-5602-45b9-bd4f-e278865c6247" providerId="ADAL" clId="{8DDE56CA-45B9-4108-B666-8A997AD81334}" dt="2026-02-18T18:37:17.513" v="4055" actId="20577"/>
        <pc:sldMkLst>
          <pc:docMk/>
          <pc:sldMk cId="654832236" sldId="258"/>
        </pc:sldMkLst>
        <pc:spChg chg="mod">
          <ac:chgData name="Jenkins, James" userId="22dbd369-5602-45b9-bd4f-e278865c6247" providerId="ADAL" clId="{8DDE56CA-45B9-4108-B666-8A997AD81334}" dt="2026-02-18T18:37:17.513" v="4055" actId="20577"/>
          <ac:spMkLst>
            <pc:docMk/>
            <pc:sldMk cId="654832236" sldId="258"/>
            <ac:spMk id="4" creationId="{8E68649E-9D27-E3A0-8F50-90EEBAC650D9}"/>
          </ac:spMkLst>
        </pc:spChg>
      </pc:sldChg>
      <pc:sldChg chg="addSp delSp modSp mod">
        <pc:chgData name="Jenkins, James" userId="22dbd369-5602-45b9-bd4f-e278865c6247" providerId="ADAL" clId="{8DDE56CA-45B9-4108-B666-8A997AD81334}" dt="2026-02-18T19:53:07.541" v="4681" actId="20577"/>
        <pc:sldMkLst>
          <pc:docMk/>
          <pc:sldMk cId="3714276111" sldId="259"/>
        </pc:sldMkLst>
        <pc:spChg chg="add del mod">
          <ac:chgData name="Jenkins, James" userId="22dbd369-5602-45b9-bd4f-e278865c6247" providerId="ADAL" clId="{8DDE56CA-45B9-4108-B666-8A997AD81334}" dt="2026-02-18T17:48:03.482" v="2205" actId="478"/>
          <ac:spMkLst>
            <pc:docMk/>
            <pc:sldMk cId="3714276111" sldId="259"/>
            <ac:spMk id="3" creationId="{0D14CC3F-D94E-3AB0-6C46-3DE6EC34E857}"/>
          </ac:spMkLst>
        </pc:spChg>
        <pc:spChg chg="mod">
          <ac:chgData name="Jenkins, James" userId="22dbd369-5602-45b9-bd4f-e278865c6247" providerId="ADAL" clId="{8DDE56CA-45B9-4108-B666-8A997AD81334}" dt="2026-02-18T19:53:07.541" v="4681" actId="20577"/>
          <ac:spMkLst>
            <pc:docMk/>
            <pc:sldMk cId="3714276111" sldId="259"/>
            <ac:spMk id="4" creationId="{25DFA9D5-A194-E5B8-22AC-EE430D0D9D8A}"/>
          </ac:spMkLst>
        </pc:spChg>
        <pc:spChg chg="add mod">
          <ac:chgData name="Jenkins, James" userId="22dbd369-5602-45b9-bd4f-e278865c6247" providerId="ADAL" clId="{8DDE56CA-45B9-4108-B666-8A997AD81334}" dt="2026-02-18T17:53:50.408" v="2527" actId="14100"/>
          <ac:spMkLst>
            <pc:docMk/>
            <pc:sldMk cId="3714276111" sldId="259"/>
            <ac:spMk id="5" creationId="{3C8F151B-176F-B83A-236A-4318707E547B}"/>
          </ac:spMkLst>
        </pc:spChg>
        <pc:spChg chg="del">
          <ac:chgData name="Jenkins, James" userId="22dbd369-5602-45b9-bd4f-e278865c6247" providerId="ADAL" clId="{8DDE56CA-45B9-4108-B666-8A997AD81334}" dt="2026-02-18T17:44:48.509" v="1880" actId="478"/>
          <ac:spMkLst>
            <pc:docMk/>
            <pc:sldMk cId="3714276111" sldId="259"/>
            <ac:spMk id="6" creationId="{31BB42D0-BE53-7AC0-F4B6-56543068AA23}"/>
          </ac:spMkLst>
        </pc:spChg>
        <pc:spChg chg="del">
          <ac:chgData name="Jenkins, James" userId="22dbd369-5602-45b9-bd4f-e278865c6247" providerId="ADAL" clId="{8DDE56CA-45B9-4108-B666-8A997AD81334}" dt="2026-02-18T17:47:38.685" v="2202" actId="478"/>
          <ac:spMkLst>
            <pc:docMk/>
            <pc:sldMk cId="3714276111" sldId="259"/>
            <ac:spMk id="8" creationId="{96198B63-F284-E99B-C950-B420792D81C5}"/>
          </ac:spMkLst>
        </pc:spChg>
        <pc:spChg chg="del">
          <ac:chgData name="Jenkins, James" userId="22dbd369-5602-45b9-bd4f-e278865c6247" providerId="ADAL" clId="{8DDE56CA-45B9-4108-B666-8A997AD81334}" dt="2026-02-18T17:44:51.006" v="1881" actId="478"/>
          <ac:spMkLst>
            <pc:docMk/>
            <pc:sldMk cId="3714276111" sldId="259"/>
            <ac:spMk id="11" creationId="{FF06BD0C-0191-0BF7-0ADD-54EC3251CCF6}"/>
          </ac:spMkLst>
        </pc:spChg>
        <pc:picChg chg="del">
          <ac:chgData name="Jenkins, James" userId="22dbd369-5602-45b9-bd4f-e278865c6247" providerId="ADAL" clId="{8DDE56CA-45B9-4108-B666-8A997AD81334}" dt="2026-02-18T17:44:43.937" v="1879" actId="478"/>
          <ac:picMkLst>
            <pc:docMk/>
            <pc:sldMk cId="3714276111" sldId="259"/>
            <ac:picMk id="10" creationId="{C613A085-775E-B5D3-0752-BDDD3AEE8BAE}"/>
          </ac:picMkLst>
        </pc:picChg>
        <pc:picChg chg="add mod">
          <ac:chgData name="Jenkins, James" userId="22dbd369-5602-45b9-bd4f-e278865c6247" providerId="ADAL" clId="{8DDE56CA-45B9-4108-B666-8A997AD81334}" dt="2026-02-18T17:50:27.839" v="2380" actId="1076"/>
          <ac:picMkLst>
            <pc:docMk/>
            <pc:sldMk cId="3714276111" sldId="259"/>
            <ac:picMk id="1026" creationId="{04655E3D-5657-77F6-1E6D-C64CB8CADC04}"/>
          </ac:picMkLst>
        </pc:picChg>
      </pc:sldChg>
      <pc:sldChg chg="delSp modSp mod">
        <pc:chgData name="Jenkins, James" userId="22dbd369-5602-45b9-bd4f-e278865c6247" providerId="ADAL" clId="{8DDE56CA-45B9-4108-B666-8A997AD81334}" dt="2026-02-18T17:44:07.025" v="1876" actId="120"/>
        <pc:sldMkLst>
          <pc:docMk/>
          <pc:sldMk cId="1932172337" sldId="260"/>
        </pc:sldMkLst>
        <pc:spChg chg="mod">
          <ac:chgData name="Jenkins, James" userId="22dbd369-5602-45b9-bd4f-e278865c6247" providerId="ADAL" clId="{8DDE56CA-45B9-4108-B666-8A997AD81334}" dt="2026-02-18T17:27:33.898" v="1063" actId="5793"/>
          <ac:spMkLst>
            <pc:docMk/>
            <pc:sldMk cId="1932172337" sldId="260"/>
            <ac:spMk id="2" creationId="{A9785323-8D1D-24D8-2FCF-CE163C8AE84F}"/>
          </ac:spMkLst>
        </pc:spChg>
        <pc:spChg chg="mod">
          <ac:chgData name="Jenkins, James" userId="22dbd369-5602-45b9-bd4f-e278865c6247" providerId="ADAL" clId="{8DDE56CA-45B9-4108-B666-8A997AD81334}" dt="2026-02-18T17:44:07.025" v="1876" actId="120"/>
          <ac:spMkLst>
            <pc:docMk/>
            <pc:sldMk cId="1932172337" sldId="260"/>
            <ac:spMk id="3" creationId="{55FE370E-9019-8145-A7C1-BDFAC6238551}"/>
          </ac:spMkLst>
        </pc:spChg>
        <pc:spChg chg="del">
          <ac:chgData name="Jenkins, James" userId="22dbd369-5602-45b9-bd4f-e278865c6247" providerId="ADAL" clId="{8DDE56CA-45B9-4108-B666-8A997AD81334}" dt="2026-02-18T17:36:17.357" v="1685" actId="478"/>
          <ac:spMkLst>
            <pc:docMk/>
            <pc:sldMk cId="1932172337" sldId="260"/>
            <ac:spMk id="6" creationId="{419DCB48-DFBB-56A8-1E3B-7431CDC3D4D6}"/>
          </ac:spMkLst>
        </pc:spChg>
        <pc:graphicFrameChg chg="del">
          <ac:chgData name="Jenkins, James" userId="22dbd369-5602-45b9-bd4f-e278865c6247" providerId="ADAL" clId="{8DDE56CA-45B9-4108-B666-8A997AD81334}" dt="2026-02-18T17:27:38.897" v="1064" actId="478"/>
          <ac:graphicFrameMkLst>
            <pc:docMk/>
            <pc:sldMk cId="1932172337" sldId="260"/>
            <ac:graphicFrameMk id="5" creationId="{9580031E-B665-3226-F35A-D29C4A1B6552}"/>
          </ac:graphicFrameMkLst>
        </pc:graphicFrameChg>
      </pc:sldChg>
      <pc:sldChg chg="delSp modSp mod">
        <pc:chgData name="Jenkins, James" userId="22dbd369-5602-45b9-bd4f-e278865c6247" providerId="ADAL" clId="{8DDE56CA-45B9-4108-B666-8A997AD81334}" dt="2026-02-18T18:13:32.283" v="3463" actId="14100"/>
        <pc:sldMkLst>
          <pc:docMk/>
          <pc:sldMk cId="3991727165" sldId="261"/>
        </pc:sldMkLst>
        <pc:spChg chg="mod">
          <ac:chgData name="Jenkins, James" userId="22dbd369-5602-45b9-bd4f-e278865c6247" providerId="ADAL" clId="{8DDE56CA-45B9-4108-B666-8A997AD81334}" dt="2026-02-18T17:58:04.956" v="2843" actId="14100"/>
          <ac:spMkLst>
            <pc:docMk/>
            <pc:sldMk cId="3991727165" sldId="261"/>
            <ac:spMk id="2" creationId="{F756A700-7DAC-C08C-84B1-FDEF3CC506BB}"/>
          </ac:spMkLst>
        </pc:spChg>
        <pc:spChg chg="mod">
          <ac:chgData name="Jenkins, James" userId="22dbd369-5602-45b9-bd4f-e278865c6247" providerId="ADAL" clId="{8DDE56CA-45B9-4108-B666-8A997AD81334}" dt="2026-02-18T18:13:32.283" v="3463" actId="14100"/>
          <ac:spMkLst>
            <pc:docMk/>
            <pc:sldMk cId="3991727165" sldId="261"/>
            <ac:spMk id="3" creationId="{61EABC0C-737B-BC94-5B0A-C1A5B06E4C92}"/>
          </ac:spMkLst>
        </pc:spChg>
        <pc:spChg chg="del">
          <ac:chgData name="Jenkins, James" userId="22dbd369-5602-45b9-bd4f-e278865c6247" providerId="ADAL" clId="{8DDE56CA-45B9-4108-B666-8A997AD81334}" dt="2026-02-18T17:57:58.606" v="2842" actId="478"/>
          <ac:spMkLst>
            <pc:docMk/>
            <pc:sldMk cId="3991727165" sldId="261"/>
            <ac:spMk id="6" creationId="{4DDA84FD-C08F-9BFB-0236-40819E048690}"/>
          </ac:spMkLst>
        </pc:spChg>
        <pc:picChg chg="del">
          <ac:chgData name="Jenkins, James" userId="22dbd369-5602-45b9-bd4f-e278865c6247" providerId="ADAL" clId="{8DDE56CA-45B9-4108-B666-8A997AD81334}" dt="2026-02-18T17:57:56.898" v="2841" actId="478"/>
          <ac:picMkLst>
            <pc:docMk/>
            <pc:sldMk cId="3991727165" sldId="261"/>
            <ac:picMk id="5" creationId="{DD354D62-3592-197E-F163-964DD0B01DBF}"/>
          </ac:picMkLst>
        </pc:picChg>
      </pc:sldChg>
      <pc:sldChg chg="del">
        <pc:chgData name="Jenkins, James" userId="22dbd369-5602-45b9-bd4f-e278865c6247" providerId="ADAL" clId="{8DDE56CA-45B9-4108-B666-8A997AD81334}" dt="2026-02-18T18:36:52.425" v="4050" actId="47"/>
        <pc:sldMkLst>
          <pc:docMk/>
          <pc:sldMk cId="3491521027" sldId="262"/>
        </pc:sldMkLst>
      </pc:sldChg>
      <pc:sldChg chg="addSp delSp modSp mod">
        <pc:chgData name="Jenkins, James" userId="22dbd369-5602-45b9-bd4f-e278865c6247" providerId="ADAL" clId="{8DDE56CA-45B9-4108-B666-8A997AD81334}" dt="2026-02-18T19:41:20.544" v="4679" actId="20577"/>
        <pc:sldMkLst>
          <pc:docMk/>
          <pc:sldMk cId="605074376" sldId="263"/>
        </pc:sldMkLst>
        <pc:spChg chg="mod">
          <ac:chgData name="Jenkins, James" userId="22dbd369-5602-45b9-bd4f-e278865c6247" providerId="ADAL" clId="{8DDE56CA-45B9-4108-B666-8A997AD81334}" dt="2026-02-18T19:41:20.544" v="4679" actId="20577"/>
          <ac:spMkLst>
            <pc:docMk/>
            <pc:sldMk cId="605074376" sldId="263"/>
            <ac:spMk id="2" creationId="{073E7F1C-24DC-3A06-EF17-59A4DD858298}"/>
          </ac:spMkLst>
        </pc:spChg>
        <pc:spChg chg="del">
          <ac:chgData name="Jenkins, James" userId="22dbd369-5602-45b9-bd4f-e278865c6247" providerId="ADAL" clId="{8DDE56CA-45B9-4108-B666-8A997AD81334}" dt="2026-02-18T18:37:28.547" v="4056" actId="478"/>
          <ac:spMkLst>
            <pc:docMk/>
            <pc:sldMk cId="605074376" sldId="263"/>
            <ac:spMk id="3" creationId="{57E3E988-5FFB-19DE-A309-5DBD69D9C05A}"/>
          </ac:spMkLst>
        </pc:spChg>
        <pc:spChg chg="mod topLvl">
          <ac:chgData name="Jenkins, James" userId="22dbd369-5602-45b9-bd4f-e278865c6247" providerId="ADAL" clId="{8DDE56CA-45B9-4108-B666-8A997AD81334}" dt="2026-02-18T19:08:47.719" v="4320" actId="164"/>
          <ac:spMkLst>
            <pc:docMk/>
            <pc:sldMk cId="605074376" sldId="263"/>
            <ac:spMk id="5" creationId="{F25394E2-7743-723E-538B-34D4223B8E21}"/>
          </ac:spMkLst>
        </pc:spChg>
        <pc:spChg chg="add del mod">
          <ac:chgData name="Jenkins, James" userId="22dbd369-5602-45b9-bd4f-e278865c6247" providerId="ADAL" clId="{8DDE56CA-45B9-4108-B666-8A997AD81334}" dt="2026-02-18T18:46:52.826" v="4159" actId="478"/>
          <ac:spMkLst>
            <pc:docMk/>
            <pc:sldMk cId="605074376" sldId="263"/>
            <ac:spMk id="8" creationId="{59BEF304-A424-82AC-B5D1-84D0337A63B8}"/>
          </ac:spMkLst>
        </pc:spChg>
        <pc:spChg chg="del">
          <ac:chgData name="Jenkins, James" userId="22dbd369-5602-45b9-bd4f-e278865c6247" providerId="ADAL" clId="{8DDE56CA-45B9-4108-B666-8A997AD81334}" dt="2026-02-18T18:39:49.683" v="4072" actId="478"/>
          <ac:spMkLst>
            <pc:docMk/>
            <pc:sldMk cId="605074376" sldId="263"/>
            <ac:spMk id="13" creationId="{C2634BD2-8405-6AC9-78F0-0183D781EC5A}"/>
          </ac:spMkLst>
        </pc:spChg>
        <pc:spChg chg="mod topLvl">
          <ac:chgData name="Jenkins, James" userId="22dbd369-5602-45b9-bd4f-e278865c6247" providerId="ADAL" clId="{8DDE56CA-45B9-4108-B666-8A997AD81334}" dt="2026-02-18T19:08:47.719" v="4320" actId="164"/>
          <ac:spMkLst>
            <pc:docMk/>
            <pc:sldMk cId="605074376" sldId="263"/>
            <ac:spMk id="14" creationId="{7D058E30-1503-A6F0-9A1A-88B7D08DAAB5}"/>
          </ac:spMkLst>
        </pc:spChg>
        <pc:spChg chg="mod topLvl">
          <ac:chgData name="Jenkins, James" userId="22dbd369-5602-45b9-bd4f-e278865c6247" providerId="ADAL" clId="{8DDE56CA-45B9-4108-B666-8A997AD81334}" dt="2026-02-18T19:08:47.719" v="4320" actId="164"/>
          <ac:spMkLst>
            <pc:docMk/>
            <pc:sldMk cId="605074376" sldId="263"/>
            <ac:spMk id="15" creationId="{1E779577-C356-B2E7-7A34-5431B6135036}"/>
          </ac:spMkLst>
        </pc:spChg>
        <pc:spChg chg="del">
          <ac:chgData name="Jenkins, James" userId="22dbd369-5602-45b9-bd4f-e278865c6247" providerId="ADAL" clId="{8DDE56CA-45B9-4108-B666-8A997AD81334}" dt="2026-02-18T18:39:14.242" v="4064" actId="478"/>
          <ac:spMkLst>
            <pc:docMk/>
            <pc:sldMk cId="605074376" sldId="263"/>
            <ac:spMk id="16" creationId="{1F38654C-C6D2-66DA-C130-695A75C29BD9}"/>
          </ac:spMkLst>
        </pc:spChg>
        <pc:spChg chg="del">
          <ac:chgData name="Jenkins, James" userId="22dbd369-5602-45b9-bd4f-e278865c6247" providerId="ADAL" clId="{8DDE56CA-45B9-4108-B666-8A997AD81334}" dt="2026-02-18T18:39:35.345" v="4069" actId="478"/>
          <ac:spMkLst>
            <pc:docMk/>
            <pc:sldMk cId="605074376" sldId="263"/>
            <ac:spMk id="19" creationId="{AA26BE5C-4597-0C93-D907-7B0EBE90B80D}"/>
          </ac:spMkLst>
        </pc:spChg>
        <pc:spChg chg="del mod">
          <ac:chgData name="Jenkins, James" userId="22dbd369-5602-45b9-bd4f-e278865c6247" providerId="ADAL" clId="{8DDE56CA-45B9-4108-B666-8A997AD81334}" dt="2026-02-18T18:43:25.579" v="4135" actId="478"/>
          <ac:spMkLst>
            <pc:docMk/>
            <pc:sldMk cId="605074376" sldId="263"/>
            <ac:spMk id="20" creationId="{F7EDDB77-1500-C39E-1A6C-9FC8299DEA32}"/>
          </ac:spMkLst>
        </pc:spChg>
        <pc:spChg chg="del">
          <ac:chgData name="Jenkins, James" userId="22dbd369-5602-45b9-bd4f-e278865c6247" providerId="ADAL" clId="{8DDE56CA-45B9-4108-B666-8A997AD81334}" dt="2026-02-18T18:39:33.444" v="4068" actId="478"/>
          <ac:spMkLst>
            <pc:docMk/>
            <pc:sldMk cId="605074376" sldId="263"/>
            <ac:spMk id="21" creationId="{3038B3FE-8AB6-E31B-3088-4673A84EE8A4}"/>
          </ac:spMkLst>
        </pc:spChg>
        <pc:spChg chg="del">
          <ac:chgData name="Jenkins, James" userId="22dbd369-5602-45b9-bd4f-e278865c6247" providerId="ADAL" clId="{8DDE56CA-45B9-4108-B666-8A997AD81334}" dt="2026-02-18T18:39:31.541" v="4067" actId="478"/>
          <ac:spMkLst>
            <pc:docMk/>
            <pc:sldMk cId="605074376" sldId="263"/>
            <ac:spMk id="22" creationId="{E0FB6628-AEB1-25EF-B4A1-98564904305C}"/>
          </ac:spMkLst>
        </pc:spChg>
        <pc:spChg chg="del">
          <ac:chgData name="Jenkins, James" userId="22dbd369-5602-45b9-bd4f-e278865c6247" providerId="ADAL" clId="{8DDE56CA-45B9-4108-B666-8A997AD81334}" dt="2026-02-18T18:39:29.596" v="4066" actId="478"/>
          <ac:spMkLst>
            <pc:docMk/>
            <pc:sldMk cId="605074376" sldId="263"/>
            <ac:spMk id="24" creationId="{14F6E2FD-37B2-06D3-1539-799E8E8463B4}"/>
          </ac:spMkLst>
        </pc:spChg>
        <pc:spChg chg="del">
          <ac:chgData name="Jenkins, James" userId="22dbd369-5602-45b9-bd4f-e278865c6247" providerId="ADAL" clId="{8DDE56CA-45B9-4108-B666-8A997AD81334}" dt="2026-02-18T18:39:11.551" v="4063" actId="478"/>
          <ac:spMkLst>
            <pc:docMk/>
            <pc:sldMk cId="605074376" sldId="263"/>
            <ac:spMk id="25" creationId="{508ED9D5-E464-95EA-F4FF-AC48D56A3433}"/>
          </ac:spMkLst>
        </pc:spChg>
        <pc:spChg chg="add del mod">
          <ac:chgData name="Jenkins, James" userId="22dbd369-5602-45b9-bd4f-e278865c6247" providerId="ADAL" clId="{8DDE56CA-45B9-4108-B666-8A997AD81334}" dt="2026-02-18T18:42:51.474" v="4113" actId="478"/>
          <ac:spMkLst>
            <pc:docMk/>
            <pc:sldMk cId="605074376" sldId="263"/>
            <ac:spMk id="28" creationId="{9AB0D18D-CE89-BEDC-FECF-D03637011987}"/>
          </ac:spMkLst>
        </pc:spChg>
        <pc:spChg chg="add mod topLvl">
          <ac:chgData name="Jenkins, James" userId="22dbd369-5602-45b9-bd4f-e278865c6247" providerId="ADAL" clId="{8DDE56CA-45B9-4108-B666-8A997AD81334}" dt="2026-02-18T19:08:47.719" v="4320" actId="164"/>
          <ac:spMkLst>
            <pc:docMk/>
            <pc:sldMk cId="605074376" sldId="263"/>
            <ac:spMk id="29" creationId="{3F839016-365F-B0C2-E491-D7FE51AC161A}"/>
          </ac:spMkLst>
        </pc:spChg>
        <pc:spChg chg="add del mod">
          <ac:chgData name="Jenkins, James" userId="22dbd369-5602-45b9-bd4f-e278865c6247" providerId="ADAL" clId="{8DDE56CA-45B9-4108-B666-8A997AD81334}" dt="2026-02-18T18:43:33.876" v="4137" actId="478"/>
          <ac:spMkLst>
            <pc:docMk/>
            <pc:sldMk cId="605074376" sldId="263"/>
            <ac:spMk id="30" creationId="{36B90D29-36B4-7851-21AC-7BA46798CCD6}"/>
          </ac:spMkLst>
        </pc:spChg>
        <pc:spChg chg="add mod topLvl">
          <ac:chgData name="Jenkins, James" userId="22dbd369-5602-45b9-bd4f-e278865c6247" providerId="ADAL" clId="{8DDE56CA-45B9-4108-B666-8A997AD81334}" dt="2026-02-18T19:08:47.719" v="4320" actId="164"/>
          <ac:spMkLst>
            <pc:docMk/>
            <pc:sldMk cId="605074376" sldId="263"/>
            <ac:spMk id="33" creationId="{91389D46-D9F7-70DE-65B0-10C63BEA0833}"/>
          </ac:spMkLst>
        </pc:spChg>
        <pc:spChg chg="add mod topLvl">
          <ac:chgData name="Jenkins, James" userId="22dbd369-5602-45b9-bd4f-e278865c6247" providerId="ADAL" clId="{8DDE56CA-45B9-4108-B666-8A997AD81334}" dt="2026-02-18T19:08:47.719" v="4320" actId="164"/>
          <ac:spMkLst>
            <pc:docMk/>
            <pc:sldMk cId="605074376" sldId="263"/>
            <ac:spMk id="38" creationId="{803A746A-4867-148E-ADD0-FABEEBDC0819}"/>
          </ac:spMkLst>
        </pc:spChg>
        <pc:spChg chg="add mod">
          <ac:chgData name="Jenkins, James" userId="22dbd369-5602-45b9-bd4f-e278865c6247" providerId="ADAL" clId="{8DDE56CA-45B9-4108-B666-8A997AD81334}" dt="2026-02-18T19:22:00.878" v="4396" actId="1076"/>
          <ac:spMkLst>
            <pc:docMk/>
            <pc:sldMk cId="605074376" sldId="263"/>
            <ac:spMk id="46" creationId="{29C840F4-0FCE-A313-D202-112F8B8B9422}"/>
          </ac:spMkLst>
        </pc:spChg>
        <pc:spChg chg="add del mod">
          <ac:chgData name="Jenkins, James" userId="22dbd369-5602-45b9-bd4f-e278865c6247" providerId="ADAL" clId="{8DDE56CA-45B9-4108-B666-8A997AD81334}" dt="2026-02-18T19:22:17.420" v="4398" actId="478"/>
          <ac:spMkLst>
            <pc:docMk/>
            <pc:sldMk cId="605074376" sldId="263"/>
            <ac:spMk id="48" creationId="{E6843590-968B-B365-EADF-636DDD24BD3B}"/>
          </ac:spMkLst>
        </pc:spChg>
        <pc:spChg chg="add del mod">
          <ac:chgData name="Jenkins, James" userId="22dbd369-5602-45b9-bd4f-e278865c6247" providerId="ADAL" clId="{8DDE56CA-45B9-4108-B666-8A997AD81334}" dt="2026-02-18T19:22:17.420" v="4398" actId="478"/>
          <ac:spMkLst>
            <pc:docMk/>
            <pc:sldMk cId="605074376" sldId="263"/>
            <ac:spMk id="49" creationId="{12C3C37D-1F3D-58BA-A437-63306BB1A114}"/>
          </ac:spMkLst>
        </pc:spChg>
        <pc:spChg chg="add del mod">
          <ac:chgData name="Jenkins, James" userId="22dbd369-5602-45b9-bd4f-e278865c6247" providerId="ADAL" clId="{8DDE56CA-45B9-4108-B666-8A997AD81334}" dt="2026-02-18T19:22:17.420" v="4398" actId="478"/>
          <ac:spMkLst>
            <pc:docMk/>
            <pc:sldMk cId="605074376" sldId="263"/>
            <ac:spMk id="51" creationId="{2619DCDF-FE88-1C88-1809-8CAB4BA0598D}"/>
          </ac:spMkLst>
        </pc:spChg>
        <pc:spChg chg="add del mod">
          <ac:chgData name="Jenkins, James" userId="22dbd369-5602-45b9-bd4f-e278865c6247" providerId="ADAL" clId="{8DDE56CA-45B9-4108-B666-8A997AD81334}" dt="2026-02-18T19:22:17.420" v="4398" actId="478"/>
          <ac:spMkLst>
            <pc:docMk/>
            <pc:sldMk cId="605074376" sldId="263"/>
            <ac:spMk id="52" creationId="{6E819B86-88B3-391A-9BE6-532CB89E6AA8}"/>
          </ac:spMkLst>
        </pc:spChg>
        <pc:spChg chg="add mod">
          <ac:chgData name="Jenkins, James" userId="22dbd369-5602-45b9-bd4f-e278865c6247" providerId="ADAL" clId="{8DDE56CA-45B9-4108-B666-8A997AD81334}" dt="2026-02-18T19:01:06.218" v="4256" actId="164"/>
          <ac:spMkLst>
            <pc:docMk/>
            <pc:sldMk cId="605074376" sldId="263"/>
            <ac:spMk id="53" creationId="{68BEA23C-CE41-59BA-5F71-13BEEF8A7DD2}"/>
          </ac:spMkLst>
        </pc:spChg>
        <pc:spChg chg="add mod">
          <ac:chgData name="Jenkins, James" userId="22dbd369-5602-45b9-bd4f-e278865c6247" providerId="ADAL" clId="{8DDE56CA-45B9-4108-B666-8A997AD81334}" dt="2026-02-18T19:01:06.218" v="4256" actId="164"/>
          <ac:spMkLst>
            <pc:docMk/>
            <pc:sldMk cId="605074376" sldId="263"/>
            <ac:spMk id="54" creationId="{7E2F38B6-CBA6-DA8A-DBF1-B27D102A8EB5}"/>
          </ac:spMkLst>
        </pc:spChg>
        <pc:spChg chg="add mod">
          <ac:chgData name="Jenkins, James" userId="22dbd369-5602-45b9-bd4f-e278865c6247" providerId="ADAL" clId="{8DDE56CA-45B9-4108-B666-8A997AD81334}" dt="2026-02-18T19:01:06.218" v="4256" actId="164"/>
          <ac:spMkLst>
            <pc:docMk/>
            <pc:sldMk cId="605074376" sldId="263"/>
            <ac:spMk id="55" creationId="{3E83FC21-254A-DCC5-B305-E820246FE28E}"/>
          </ac:spMkLst>
        </pc:spChg>
        <pc:spChg chg="add mod">
          <ac:chgData name="Jenkins, James" userId="22dbd369-5602-45b9-bd4f-e278865c6247" providerId="ADAL" clId="{8DDE56CA-45B9-4108-B666-8A997AD81334}" dt="2026-02-18T18:57:06.287" v="4222"/>
          <ac:spMkLst>
            <pc:docMk/>
            <pc:sldMk cId="605074376" sldId="263"/>
            <ac:spMk id="56" creationId="{8266343C-BA25-3914-21A5-E6BEAE898C9F}"/>
          </ac:spMkLst>
        </pc:spChg>
        <pc:spChg chg="add mod">
          <ac:chgData name="Jenkins, James" userId="22dbd369-5602-45b9-bd4f-e278865c6247" providerId="ADAL" clId="{8DDE56CA-45B9-4108-B666-8A997AD81334}" dt="2026-02-18T18:57:06.287" v="4222"/>
          <ac:spMkLst>
            <pc:docMk/>
            <pc:sldMk cId="605074376" sldId="263"/>
            <ac:spMk id="57" creationId="{41A82D35-CA69-75AD-F64D-FA730085CC6D}"/>
          </ac:spMkLst>
        </pc:spChg>
        <pc:spChg chg="add mod">
          <ac:chgData name="Jenkins, James" userId="22dbd369-5602-45b9-bd4f-e278865c6247" providerId="ADAL" clId="{8DDE56CA-45B9-4108-B666-8A997AD81334}" dt="2026-02-18T18:57:59.651" v="4229" actId="1076"/>
          <ac:spMkLst>
            <pc:docMk/>
            <pc:sldMk cId="605074376" sldId="263"/>
            <ac:spMk id="58" creationId="{E3CA0BBF-D6DD-C8C6-23E2-83FEC1697CD8}"/>
          </ac:spMkLst>
        </pc:spChg>
        <pc:spChg chg="add mod">
          <ac:chgData name="Jenkins, James" userId="22dbd369-5602-45b9-bd4f-e278865c6247" providerId="ADAL" clId="{8DDE56CA-45B9-4108-B666-8A997AD81334}" dt="2026-02-18T19:01:06.218" v="4256" actId="164"/>
          <ac:spMkLst>
            <pc:docMk/>
            <pc:sldMk cId="605074376" sldId="263"/>
            <ac:spMk id="59" creationId="{89AA9797-F395-A681-B1E0-F1504E1FAF6D}"/>
          </ac:spMkLst>
        </pc:spChg>
        <pc:spChg chg="add mod">
          <ac:chgData name="Jenkins, James" userId="22dbd369-5602-45b9-bd4f-e278865c6247" providerId="ADAL" clId="{8DDE56CA-45B9-4108-B666-8A997AD81334}" dt="2026-02-18T19:01:06.218" v="4256" actId="164"/>
          <ac:spMkLst>
            <pc:docMk/>
            <pc:sldMk cId="605074376" sldId="263"/>
            <ac:spMk id="61" creationId="{6F6B396F-E01B-2B31-67AD-926E04DA8336}"/>
          </ac:spMkLst>
        </pc:spChg>
        <pc:spChg chg="add mod">
          <ac:chgData name="Jenkins, James" userId="22dbd369-5602-45b9-bd4f-e278865c6247" providerId="ADAL" clId="{8DDE56CA-45B9-4108-B666-8A997AD81334}" dt="2026-02-18T19:01:06.218" v="4256" actId="164"/>
          <ac:spMkLst>
            <pc:docMk/>
            <pc:sldMk cId="605074376" sldId="263"/>
            <ac:spMk id="63" creationId="{F3C1F46A-DC56-854F-7E26-698CEA15752F}"/>
          </ac:spMkLst>
        </pc:spChg>
        <pc:spChg chg="add mod">
          <ac:chgData name="Jenkins, James" userId="22dbd369-5602-45b9-bd4f-e278865c6247" providerId="ADAL" clId="{8DDE56CA-45B9-4108-B666-8A997AD81334}" dt="2026-02-18T19:22:00.878" v="4396" actId="1076"/>
          <ac:spMkLst>
            <pc:docMk/>
            <pc:sldMk cId="605074376" sldId="263"/>
            <ac:spMk id="75" creationId="{27CB706B-EECA-1286-9753-DFF037684153}"/>
          </ac:spMkLst>
        </pc:spChg>
        <pc:spChg chg="add mod">
          <ac:chgData name="Jenkins, James" userId="22dbd369-5602-45b9-bd4f-e278865c6247" providerId="ADAL" clId="{8DDE56CA-45B9-4108-B666-8A997AD81334}" dt="2026-02-18T19:22:00.878" v="4396" actId="1076"/>
          <ac:spMkLst>
            <pc:docMk/>
            <pc:sldMk cId="605074376" sldId="263"/>
            <ac:spMk id="78" creationId="{26D3997E-D640-E9CE-D494-C04EAEE4E410}"/>
          </ac:spMkLst>
        </pc:spChg>
        <pc:spChg chg="add mod">
          <ac:chgData name="Jenkins, James" userId="22dbd369-5602-45b9-bd4f-e278865c6247" providerId="ADAL" clId="{8DDE56CA-45B9-4108-B666-8A997AD81334}" dt="2026-02-18T19:08:47.719" v="4320" actId="164"/>
          <ac:spMkLst>
            <pc:docMk/>
            <pc:sldMk cId="605074376" sldId="263"/>
            <ac:spMk id="81" creationId="{37012BA2-1DF3-D28A-5656-9CD76E2504DB}"/>
          </ac:spMkLst>
        </pc:spChg>
        <pc:spChg chg="add del mod">
          <ac:chgData name="Jenkins, James" userId="22dbd369-5602-45b9-bd4f-e278865c6247" providerId="ADAL" clId="{8DDE56CA-45B9-4108-B666-8A997AD81334}" dt="2026-02-18T19:22:17.420" v="4398" actId="478"/>
          <ac:spMkLst>
            <pc:docMk/>
            <pc:sldMk cId="605074376" sldId="263"/>
            <ac:spMk id="84" creationId="{D2B1CA2C-8EF6-5C7D-EFCB-DE648CC243D9}"/>
          </ac:spMkLst>
        </pc:spChg>
        <pc:spChg chg="add mod">
          <ac:chgData name="Jenkins, James" userId="22dbd369-5602-45b9-bd4f-e278865c6247" providerId="ADAL" clId="{8DDE56CA-45B9-4108-B666-8A997AD81334}" dt="2026-02-18T19:22:00.320" v="4395" actId="1076"/>
          <ac:spMkLst>
            <pc:docMk/>
            <pc:sldMk cId="605074376" sldId="263"/>
            <ac:spMk id="85" creationId="{FD953981-3DFD-E9FA-179D-C0061CBF3B75}"/>
          </ac:spMkLst>
        </pc:spChg>
        <pc:spChg chg="add mod">
          <ac:chgData name="Jenkins, James" userId="22dbd369-5602-45b9-bd4f-e278865c6247" providerId="ADAL" clId="{8DDE56CA-45B9-4108-B666-8A997AD81334}" dt="2026-02-18T19:22:00.320" v="4395" actId="1076"/>
          <ac:spMkLst>
            <pc:docMk/>
            <pc:sldMk cId="605074376" sldId="263"/>
            <ac:spMk id="86" creationId="{5D523F19-01E0-0E9E-4212-53563BF0D137}"/>
          </ac:spMkLst>
        </pc:spChg>
        <pc:spChg chg="add mod">
          <ac:chgData name="Jenkins, James" userId="22dbd369-5602-45b9-bd4f-e278865c6247" providerId="ADAL" clId="{8DDE56CA-45B9-4108-B666-8A997AD81334}" dt="2026-02-18T19:14:57.512" v="4337"/>
          <ac:spMkLst>
            <pc:docMk/>
            <pc:sldMk cId="605074376" sldId="263"/>
            <ac:spMk id="87" creationId="{D39D16F9-5B27-276E-91C6-63B2B2A3F540}"/>
          </ac:spMkLst>
        </pc:spChg>
        <pc:spChg chg="add mod">
          <ac:chgData name="Jenkins, James" userId="22dbd369-5602-45b9-bd4f-e278865c6247" providerId="ADAL" clId="{8DDE56CA-45B9-4108-B666-8A997AD81334}" dt="2026-02-18T19:17:07.680" v="4355" actId="14100"/>
          <ac:spMkLst>
            <pc:docMk/>
            <pc:sldMk cId="605074376" sldId="263"/>
            <ac:spMk id="88" creationId="{DC8C8B09-91F2-FF79-4B8B-31F18529CB72}"/>
          </ac:spMkLst>
        </pc:spChg>
        <pc:spChg chg="add mod">
          <ac:chgData name="Jenkins, James" userId="22dbd369-5602-45b9-bd4f-e278865c6247" providerId="ADAL" clId="{8DDE56CA-45B9-4108-B666-8A997AD81334}" dt="2026-02-18T19:22:00.320" v="4395" actId="1076"/>
          <ac:spMkLst>
            <pc:docMk/>
            <pc:sldMk cId="605074376" sldId="263"/>
            <ac:spMk id="91" creationId="{2C4A1E56-EBDF-69BC-97C3-1AD86E962069}"/>
          </ac:spMkLst>
        </pc:spChg>
        <pc:spChg chg="add mod">
          <ac:chgData name="Jenkins, James" userId="22dbd369-5602-45b9-bd4f-e278865c6247" providerId="ADAL" clId="{8DDE56CA-45B9-4108-B666-8A997AD81334}" dt="2026-02-18T19:18:55.529" v="4373" actId="1076"/>
          <ac:spMkLst>
            <pc:docMk/>
            <pc:sldMk cId="605074376" sldId="263"/>
            <ac:spMk id="92" creationId="{655D08DE-9DC3-379C-3987-A9A4FAF35ABF}"/>
          </ac:spMkLst>
        </pc:spChg>
        <pc:spChg chg="add mod">
          <ac:chgData name="Jenkins, James" userId="22dbd369-5602-45b9-bd4f-e278865c6247" providerId="ADAL" clId="{8DDE56CA-45B9-4108-B666-8A997AD81334}" dt="2026-02-18T19:22:00.320" v="4395" actId="1076"/>
          <ac:spMkLst>
            <pc:docMk/>
            <pc:sldMk cId="605074376" sldId="263"/>
            <ac:spMk id="99" creationId="{B4013C55-A05B-5B10-73A1-0692150AA1A5}"/>
          </ac:spMkLst>
        </pc:spChg>
        <pc:spChg chg="add mod">
          <ac:chgData name="Jenkins, James" userId="22dbd369-5602-45b9-bd4f-e278865c6247" providerId="ADAL" clId="{8DDE56CA-45B9-4108-B666-8A997AD81334}" dt="2026-02-18T19:18:55.529" v="4373" actId="1076"/>
          <ac:spMkLst>
            <pc:docMk/>
            <pc:sldMk cId="605074376" sldId="263"/>
            <ac:spMk id="100" creationId="{55F1600C-7929-007E-E642-64B3399C06CD}"/>
          </ac:spMkLst>
        </pc:spChg>
        <pc:spChg chg="add mod">
          <ac:chgData name="Jenkins, James" userId="22dbd369-5602-45b9-bd4f-e278865c6247" providerId="ADAL" clId="{8DDE56CA-45B9-4108-B666-8A997AD81334}" dt="2026-02-18T19:18:55.529" v="4373" actId="1076"/>
          <ac:spMkLst>
            <pc:docMk/>
            <pc:sldMk cId="605074376" sldId="263"/>
            <ac:spMk id="101" creationId="{2A134C0C-BAAF-E6AB-99F4-88801A767AD7}"/>
          </ac:spMkLst>
        </pc:spChg>
        <pc:spChg chg="add mod">
          <ac:chgData name="Jenkins, James" userId="22dbd369-5602-45b9-bd4f-e278865c6247" providerId="ADAL" clId="{8DDE56CA-45B9-4108-B666-8A997AD81334}" dt="2026-02-18T19:22:00.320" v="4395" actId="1076"/>
          <ac:spMkLst>
            <pc:docMk/>
            <pc:sldMk cId="605074376" sldId="263"/>
            <ac:spMk id="102" creationId="{9EF8C6C9-6D0C-2611-F2F6-F429C0C35173}"/>
          </ac:spMkLst>
        </pc:spChg>
        <pc:spChg chg="add mod">
          <ac:chgData name="Jenkins, James" userId="22dbd369-5602-45b9-bd4f-e278865c6247" providerId="ADAL" clId="{8DDE56CA-45B9-4108-B666-8A997AD81334}" dt="2026-02-18T19:18:55.529" v="4373" actId="1076"/>
          <ac:spMkLst>
            <pc:docMk/>
            <pc:sldMk cId="605074376" sldId="263"/>
            <ac:spMk id="104" creationId="{9FC87769-74DA-7D86-5437-C46557BA78FB}"/>
          </ac:spMkLst>
        </pc:spChg>
        <pc:spChg chg="add mod">
          <ac:chgData name="Jenkins, James" userId="22dbd369-5602-45b9-bd4f-e278865c6247" providerId="ADAL" clId="{8DDE56CA-45B9-4108-B666-8A997AD81334}" dt="2026-02-18T19:18:03.866" v="4362" actId="1076"/>
          <ac:spMkLst>
            <pc:docMk/>
            <pc:sldMk cId="605074376" sldId="263"/>
            <ac:spMk id="105" creationId="{102B3E1C-F2AF-BF0D-AB17-616E091B6BEF}"/>
          </ac:spMkLst>
        </pc:spChg>
        <pc:spChg chg="add mod">
          <ac:chgData name="Jenkins, James" userId="22dbd369-5602-45b9-bd4f-e278865c6247" providerId="ADAL" clId="{8DDE56CA-45B9-4108-B666-8A997AD81334}" dt="2026-02-18T19:18:55.529" v="4373" actId="1076"/>
          <ac:spMkLst>
            <pc:docMk/>
            <pc:sldMk cId="605074376" sldId="263"/>
            <ac:spMk id="108" creationId="{8BACFD98-A366-B9F6-E7D3-C38DB923BB5D}"/>
          </ac:spMkLst>
        </pc:spChg>
        <pc:spChg chg="add mod">
          <ac:chgData name="Jenkins, James" userId="22dbd369-5602-45b9-bd4f-e278865c6247" providerId="ADAL" clId="{8DDE56CA-45B9-4108-B666-8A997AD81334}" dt="2026-02-18T19:22:00.320" v="4395" actId="1076"/>
          <ac:spMkLst>
            <pc:docMk/>
            <pc:sldMk cId="605074376" sldId="263"/>
            <ac:spMk id="111" creationId="{EABF251E-7590-F0A6-F0C9-40729D828598}"/>
          </ac:spMkLst>
        </pc:spChg>
        <pc:spChg chg="add mod">
          <ac:chgData name="Jenkins, James" userId="22dbd369-5602-45b9-bd4f-e278865c6247" providerId="ADAL" clId="{8DDE56CA-45B9-4108-B666-8A997AD81334}" dt="2026-02-18T19:22:00.320" v="4395" actId="1076"/>
          <ac:spMkLst>
            <pc:docMk/>
            <pc:sldMk cId="605074376" sldId="263"/>
            <ac:spMk id="112" creationId="{D476F468-8A69-AEC7-197D-4D6124D11707}"/>
          </ac:spMkLst>
        </pc:spChg>
        <pc:spChg chg="add mod">
          <ac:chgData name="Jenkins, James" userId="22dbd369-5602-45b9-bd4f-e278865c6247" providerId="ADAL" clId="{8DDE56CA-45B9-4108-B666-8A997AD81334}" dt="2026-02-18T19:19:43.831" v="4389" actId="14100"/>
          <ac:spMkLst>
            <pc:docMk/>
            <pc:sldMk cId="605074376" sldId="263"/>
            <ac:spMk id="113" creationId="{3DAF783E-F038-E360-97E3-C5E4C7A5F841}"/>
          </ac:spMkLst>
        </pc:spChg>
        <pc:spChg chg="add mod">
          <ac:chgData name="Jenkins, James" userId="22dbd369-5602-45b9-bd4f-e278865c6247" providerId="ADAL" clId="{8DDE56CA-45B9-4108-B666-8A997AD81334}" dt="2026-02-18T19:19:02.678" v="4375" actId="1076"/>
          <ac:spMkLst>
            <pc:docMk/>
            <pc:sldMk cId="605074376" sldId="263"/>
            <ac:spMk id="115" creationId="{BBA30BC5-CFA7-6E70-6D2C-0BA538BF9EF9}"/>
          </ac:spMkLst>
        </pc:spChg>
        <pc:spChg chg="add mod">
          <ac:chgData name="Jenkins, James" userId="22dbd369-5602-45b9-bd4f-e278865c6247" providerId="ADAL" clId="{8DDE56CA-45B9-4108-B666-8A997AD81334}" dt="2026-02-18T19:22:00.320" v="4395" actId="1076"/>
          <ac:spMkLst>
            <pc:docMk/>
            <pc:sldMk cId="605074376" sldId="263"/>
            <ac:spMk id="116" creationId="{3F4BC721-8D75-71EB-4634-831B5310C83D}"/>
          </ac:spMkLst>
        </pc:spChg>
        <pc:spChg chg="add mod">
          <ac:chgData name="Jenkins, James" userId="22dbd369-5602-45b9-bd4f-e278865c6247" providerId="ADAL" clId="{8DDE56CA-45B9-4108-B666-8A997AD81334}" dt="2026-02-18T19:19:06.320" v="4377" actId="20577"/>
          <ac:spMkLst>
            <pc:docMk/>
            <pc:sldMk cId="605074376" sldId="263"/>
            <ac:spMk id="119" creationId="{352F6892-7C67-BB7B-EBD3-D045B9E7A971}"/>
          </ac:spMkLst>
        </pc:spChg>
        <pc:spChg chg="add mod">
          <ac:chgData name="Jenkins, James" userId="22dbd369-5602-45b9-bd4f-e278865c6247" providerId="ADAL" clId="{8DDE56CA-45B9-4108-B666-8A997AD81334}" dt="2026-02-18T19:19:02.678" v="4375" actId="1076"/>
          <ac:spMkLst>
            <pc:docMk/>
            <pc:sldMk cId="605074376" sldId="263"/>
            <ac:spMk id="120" creationId="{9FDE806A-B009-1A55-2D17-3F4A2AFB21AB}"/>
          </ac:spMkLst>
        </pc:spChg>
        <pc:spChg chg="add mod">
          <ac:chgData name="Jenkins, James" userId="22dbd369-5602-45b9-bd4f-e278865c6247" providerId="ADAL" clId="{8DDE56CA-45B9-4108-B666-8A997AD81334}" dt="2026-02-18T19:19:02.678" v="4375" actId="1076"/>
          <ac:spMkLst>
            <pc:docMk/>
            <pc:sldMk cId="605074376" sldId="263"/>
            <ac:spMk id="121" creationId="{0898CC1E-8EA6-52CA-4129-C16782FEFE3E}"/>
          </ac:spMkLst>
        </pc:spChg>
        <pc:spChg chg="mod">
          <ac:chgData name="Jenkins, James" userId="22dbd369-5602-45b9-bd4f-e278865c6247" providerId="ADAL" clId="{8DDE56CA-45B9-4108-B666-8A997AD81334}" dt="2026-02-18T19:22:00.320" v="4395" actId="1076"/>
          <ac:spMkLst>
            <pc:docMk/>
            <pc:sldMk cId="605074376" sldId="263"/>
            <ac:spMk id="122" creationId="{21E484AB-D970-1590-760B-A59A63F2D947}"/>
          </ac:spMkLst>
        </pc:spChg>
        <pc:spChg chg="add mod">
          <ac:chgData name="Jenkins, James" userId="22dbd369-5602-45b9-bd4f-e278865c6247" providerId="ADAL" clId="{8DDE56CA-45B9-4108-B666-8A997AD81334}" dt="2026-02-18T19:19:02.678" v="4375" actId="1076"/>
          <ac:spMkLst>
            <pc:docMk/>
            <pc:sldMk cId="605074376" sldId="263"/>
            <ac:spMk id="124" creationId="{D590E9AB-AECD-2A8D-A308-26E7C08D985B}"/>
          </ac:spMkLst>
        </pc:spChg>
        <pc:spChg chg="mod">
          <ac:chgData name="Jenkins, James" userId="22dbd369-5602-45b9-bd4f-e278865c6247" providerId="ADAL" clId="{8DDE56CA-45B9-4108-B666-8A997AD81334}" dt="2026-02-18T19:22:00.320" v="4395" actId="1076"/>
          <ac:spMkLst>
            <pc:docMk/>
            <pc:sldMk cId="605074376" sldId="263"/>
            <ac:spMk id="125" creationId="{9EC4FCF6-B54C-EA6B-0FD5-45902578924E}"/>
          </ac:spMkLst>
        </pc:spChg>
        <pc:spChg chg="add mod">
          <ac:chgData name="Jenkins, James" userId="22dbd369-5602-45b9-bd4f-e278865c6247" providerId="ADAL" clId="{8DDE56CA-45B9-4108-B666-8A997AD81334}" dt="2026-02-18T19:19:09.020" v="4379" actId="20577"/>
          <ac:spMkLst>
            <pc:docMk/>
            <pc:sldMk cId="605074376" sldId="263"/>
            <ac:spMk id="128" creationId="{48B4580A-7B0D-8E19-FAE1-90C1304CB45E}"/>
          </ac:spMkLst>
        </pc:spChg>
        <pc:spChg chg="add mod">
          <ac:chgData name="Jenkins, James" userId="22dbd369-5602-45b9-bd4f-e278865c6247" providerId="ADAL" clId="{8DDE56CA-45B9-4108-B666-8A997AD81334}" dt="2026-02-18T19:23:19.663" v="4410" actId="20577"/>
          <ac:spMkLst>
            <pc:docMk/>
            <pc:sldMk cId="605074376" sldId="263"/>
            <ac:spMk id="136" creationId="{38CA2C1D-10F9-DD03-6EAE-220DA7AD7816}"/>
          </ac:spMkLst>
        </pc:spChg>
        <pc:spChg chg="add mod">
          <ac:chgData name="Jenkins, James" userId="22dbd369-5602-45b9-bd4f-e278865c6247" providerId="ADAL" clId="{8DDE56CA-45B9-4108-B666-8A997AD81334}" dt="2026-02-18T19:23:24.409" v="4412" actId="20577"/>
          <ac:spMkLst>
            <pc:docMk/>
            <pc:sldMk cId="605074376" sldId="263"/>
            <ac:spMk id="138" creationId="{124DA99B-C916-7EF2-D502-53905D3DECFE}"/>
          </ac:spMkLst>
        </pc:spChg>
        <pc:spChg chg="add mod">
          <ac:chgData name="Jenkins, James" userId="22dbd369-5602-45b9-bd4f-e278865c6247" providerId="ADAL" clId="{8DDE56CA-45B9-4108-B666-8A997AD81334}" dt="2026-02-18T19:23:27.606" v="4414" actId="20577"/>
          <ac:spMkLst>
            <pc:docMk/>
            <pc:sldMk cId="605074376" sldId="263"/>
            <ac:spMk id="140" creationId="{E6C71B8E-D93F-8A24-0439-B1C930EA7568}"/>
          </ac:spMkLst>
        </pc:spChg>
        <pc:spChg chg="add mod">
          <ac:chgData name="Jenkins, James" userId="22dbd369-5602-45b9-bd4f-e278865c6247" providerId="ADAL" clId="{8DDE56CA-45B9-4108-B666-8A997AD81334}" dt="2026-02-18T19:23:32.488" v="4420" actId="20577"/>
          <ac:spMkLst>
            <pc:docMk/>
            <pc:sldMk cId="605074376" sldId="263"/>
            <ac:spMk id="142" creationId="{7E8175E2-1DDA-7591-4751-A34469F581ED}"/>
          </ac:spMkLst>
        </pc:spChg>
        <pc:grpChg chg="add del mod">
          <ac:chgData name="Jenkins, James" userId="22dbd369-5602-45b9-bd4f-e278865c6247" providerId="ADAL" clId="{8DDE56CA-45B9-4108-B666-8A997AD81334}" dt="2026-02-18T18:53:25.378" v="4190" actId="165"/>
          <ac:grpSpMkLst>
            <pc:docMk/>
            <pc:sldMk cId="605074376" sldId="263"/>
            <ac:grpSpMk id="47" creationId="{3A6B7BC6-B5B8-2FDD-2650-920E7E258977}"/>
          </ac:grpSpMkLst>
        </pc:grpChg>
        <pc:grpChg chg="add del mod">
          <ac:chgData name="Jenkins, James" userId="22dbd369-5602-45b9-bd4f-e278865c6247" providerId="ADAL" clId="{8DDE56CA-45B9-4108-B666-8A997AD81334}" dt="2026-02-18T19:06:57.849" v="4274" actId="165"/>
          <ac:grpSpMkLst>
            <pc:docMk/>
            <pc:sldMk cId="605074376" sldId="263"/>
            <ac:grpSpMk id="50" creationId="{33C2B210-1264-ABD7-3AA1-F1D442370CB0}"/>
          </ac:grpSpMkLst>
        </pc:grpChg>
        <pc:grpChg chg="add mod">
          <ac:chgData name="Jenkins, James" userId="22dbd369-5602-45b9-bd4f-e278865c6247" providerId="ADAL" clId="{8DDE56CA-45B9-4108-B666-8A997AD81334}" dt="2026-02-18T19:22:00.878" v="4396" actId="1076"/>
          <ac:grpSpMkLst>
            <pc:docMk/>
            <pc:sldMk cId="605074376" sldId="263"/>
            <ac:grpSpMk id="74" creationId="{A3454108-9C4A-0E03-3899-B703E36BFDC9}"/>
          </ac:grpSpMkLst>
        </pc:grpChg>
        <pc:grpChg chg="add mod">
          <ac:chgData name="Jenkins, James" userId="22dbd369-5602-45b9-bd4f-e278865c6247" providerId="ADAL" clId="{8DDE56CA-45B9-4108-B666-8A997AD81334}" dt="2026-02-18T19:22:00.878" v="4396" actId="1076"/>
          <ac:grpSpMkLst>
            <pc:docMk/>
            <pc:sldMk cId="605074376" sldId="263"/>
            <ac:grpSpMk id="82" creationId="{FAB59770-1AF5-147B-4BF3-98078ACC4FEE}"/>
          </ac:grpSpMkLst>
        </pc:grpChg>
        <pc:cxnChg chg="add del mod">
          <ac:chgData name="Jenkins, James" userId="22dbd369-5602-45b9-bd4f-e278865c6247" providerId="ADAL" clId="{8DDE56CA-45B9-4108-B666-8A997AD81334}" dt="2026-02-18T18:46:34.067" v="4155" actId="478"/>
          <ac:cxnSpMkLst>
            <pc:docMk/>
            <pc:sldMk cId="605074376" sldId="263"/>
            <ac:cxnSpMk id="4" creationId="{6CCB9384-D41C-E32C-3350-46808ED689AC}"/>
          </ac:cxnSpMkLst>
        </pc:cxnChg>
        <pc:cxnChg chg="del">
          <ac:chgData name="Jenkins, James" userId="22dbd369-5602-45b9-bd4f-e278865c6247" providerId="ADAL" clId="{8DDE56CA-45B9-4108-B666-8A997AD81334}" dt="2026-02-18T18:39:43.102" v="4070" actId="478"/>
          <ac:cxnSpMkLst>
            <pc:docMk/>
            <pc:sldMk cId="605074376" sldId="263"/>
            <ac:cxnSpMk id="7" creationId="{7030BC6B-8C6F-6B0A-906C-A0B16DF831DB}"/>
          </ac:cxnSpMkLst>
        </pc:cxnChg>
        <pc:cxnChg chg="del">
          <ac:chgData name="Jenkins, James" userId="22dbd369-5602-45b9-bd4f-e278865c6247" providerId="ADAL" clId="{8DDE56CA-45B9-4108-B666-8A997AD81334}" dt="2026-02-18T18:39:47.443" v="4071" actId="478"/>
          <ac:cxnSpMkLst>
            <pc:docMk/>
            <pc:sldMk cId="605074376" sldId="263"/>
            <ac:cxnSpMk id="10" creationId="{E40E5A9A-9DC8-9865-99BE-2CC783E39C85}"/>
          </ac:cxnSpMkLst>
        </pc:cxnChg>
        <pc:cxnChg chg="del mod">
          <ac:chgData name="Jenkins, James" userId="22dbd369-5602-45b9-bd4f-e278865c6247" providerId="ADAL" clId="{8DDE56CA-45B9-4108-B666-8A997AD81334}" dt="2026-02-18T18:46:35.134" v="4156" actId="478"/>
          <ac:cxnSpMkLst>
            <pc:docMk/>
            <pc:sldMk cId="605074376" sldId="263"/>
            <ac:cxnSpMk id="11" creationId="{8581DF6B-B213-EEF6-57E1-81C0B3606712}"/>
          </ac:cxnSpMkLst>
        </pc:cxnChg>
        <pc:cxnChg chg="del mod">
          <ac:chgData name="Jenkins, James" userId="22dbd369-5602-45b9-bd4f-e278865c6247" providerId="ADAL" clId="{8DDE56CA-45B9-4108-B666-8A997AD81334}" dt="2026-02-18T18:46:36.534" v="4158" actId="478"/>
          <ac:cxnSpMkLst>
            <pc:docMk/>
            <pc:sldMk cId="605074376" sldId="263"/>
            <ac:cxnSpMk id="12" creationId="{7C432632-2419-62E6-DEEB-9FAFD48EA811}"/>
          </ac:cxnSpMkLst>
        </pc:cxnChg>
        <pc:cxnChg chg="del mod">
          <ac:chgData name="Jenkins, James" userId="22dbd369-5602-45b9-bd4f-e278865c6247" providerId="ADAL" clId="{8DDE56CA-45B9-4108-B666-8A997AD81334}" dt="2026-02-18T18:46:35.712" v="4157" actId="478"/>
          <ac:cxnSpMkLst>
            <pc:docMk/>
            <pc:sldMk cId="605074376" sldId="263"/>
            <ac:cxnSpMk id="23" creationId="{CDFCDCD9-743A-D435-C25B-44831013C08E}"/>
          </ac:cxnSpMkLst>
        </pc:cxnChg>
        <pc:cxnChg chg="add del mod">
          <ac:chgData name="Jenkins, James" userId="22dbd369-5602-45b9-bd4f-e278865c6247" providerId="ADAL" clId="{8DDE56CA-45B9-4108-B666-8A997AD81334}" dt="2026-02-18T18:46:33.042" v="4154" actId="478"/>
          <ac:cxnSpMkLst>
            <pc:docMk/>
            <pc:sldMk cId="605074376" sldId="263"/>
            <ac:cxnSpMk id="26" creationId="{BA737B82-61B2-54B7-DB73-578F3DD9273A}"/>
          </ac:cxnSpMkLst>
        </pc:cxnChg>
        <pc:cxnChg chg="add mod topLvl">
          <ac:chgData name="Jenkins, James" userId="22dbd369-5602-45b9-bd4f-e278865c6247" providerId="ADAL" clId="{8DDE56CA-45B9-4108-B666-8A997AD81334}" dt="2026-02-18T19:06:57.849" v="4274" actId="165"/>
          <ac:cxnSpMkLst>
            <pc:docMk/>
            <pc:sldMk cId="605074376" sldId="263"/>
            <ac:cxnSpMk id="32" creationId="{4A319B7C-5002-ADF4-6BFE-39C6D8744043}"/>
          </ac:cxnSpMkLst>
        </pc:cxnChg>
        <pc:cxnChg chg="add mod">
          <ac:chgData name="Jenkins, James" userId="22dbd369-5602-45b9-bd4f-e278865c6247" providerId="ADAL" clId="{8DDE56CA-45B9-4108-B666-8A997AD81334}" dt="2026-02-18T18:50:04.366" v="4188" actId="34135"/>
          <ac:cxnSpMkLst>
            <pc:docMk/>
            <pc:sldMk cId="605074376" sldId="263"/>
            <ac:cxnSpMk id="35" creationId="{91BACA75-239A-3D7D-6076-9C961ACA5215}"/>
          </ac:cxnSpMkLst>
        </pc:cxnChg>
        <pc:cxnChg chg="add mod topLvl">
          <ac:chgData name="Jenkins, James" userId="22dbd369-5602-45b9-bd4f-e278865c6247" providerId="ADAL" clId="{8DDE56CA-45B9-4108-B666-8A997AD81334}" dt="2026-02-18T19:06:57.849" v="4274" actId="165"/>
          <ac:cxnSpMkLst>
            <pc:docMk/>
            <pc:sldMk cId="605074376" sldId="263"/>
            <ac:cxnSpMk id="40" creationId="{0029551B-E95C-2AE5-D6FE-9E32770A154D}"/>
          </ac:cxnSpMkLst>
        </pc:cxnChg>
        <pc:cxnChg chg="add mod topLvl">
          <ac:chgData name="Jenkins, James" userId="22dbd369-5602-45b9-bd4f-e278865c6247" providerId="ADAL" clId="{8DDE56CA-45B9-4108-B666-8A997AD81334}" dt="2026-02-18T19:08:47.719" v="4320" actId="164"/>
          <ac:cxnSpMkLst>
            <pc:docMk/>
            <pc:sldMk cId="605074376" sldId="263"/>
            <ac:cxnSpMk id="42" creationId="{10C2EDDE-632F-B495-A0B8-EA1E137741B6}"/>
          </ac:cxnSpMkLst>
        </pc:cxnChg>
        <pc:cxnChg chg="add mod">
          <ac:chgData name="Jenkins, James" userId="22dbd369-5602-45b9-bd4f-e278865c6247" providerId="ADAL" clId="{8DDE56CA-45B9-4108-B666-8A997AD81334}" dt="2026-02-18T19:01:06.218" v="4256" actId="164"/>
          <ac:cxnSpMkLst>
            <pc:docMk/>
            <pc:sldMk cId="605074376" sldId="263"/>
            <ac:cxnSpMk id="60" creationId="{EE885F69-26CE-8968-61C6-ADB97C678BA7}"/>
          </ac:cxnSpMkLst>
        </pc:cxnChg>
        <pc:cxnChg chg="add mod">
          <ac:chgData name="Jenkins, James" userId="22dbd369-5602-45b9-bd4f-e278865c6247" providerId="ADAL" clId="{8DDE56CA-45B9-4108-B666-8A997AD81334}" dt="2026-02-18T19:01:06.218" v="4256" actId="164"/>
          <ac:cxnSpMkLst>
            <pc:docMk/>
            <pc:sldMk cId="605074376" sldId="263"/>
            <ac:cxnSpMk id="62" creationId="{3628EBC2-7CED-7174-20C0-B3765CD76754}"/>
          </ac:cxnSpMkLst>
        </pc:cxnChg>
        <pc:cxnChg chg="add mod">
          <ac:chgData name="Jenkins, James" userId="22dbd369-5602-45b9-bd4f-e278865c6247" providerId="ADAL" clId="{8DDE56CA-45B9-4108-B666-8A997AD81334}" dt="2026-02-18T19:00:42.351" v="4255" actId="14100"/>
          <ac:cxnSpMkLst>
            <pc:docMk/>
            <pc:sldMk cId="605074376" sldId="263"/>
            <ac:cxnSpMk id="65" creationId="{D4130354-08AA-25BF-24D9-F40268B5181B}"/>
          </ac:cxnSpMkLst>
        </pc:cxnChg>
        <pc:cxnChg chg="add mod">
          <ac:chgData name="Jenkins, James" userId="22dbd369-5602-45b9-bd4f-e278865c6247" providerId="ADAL" clId="{8DDE56CA-45B9-4108-B666-8A997AD81334}" dt="2026-02-18T19:01:06.218" v="4256" actId="164"/>
          <ac:cxnSpMkLst>
            <pc:docMk/>
            <pc:sldMk cId="605074376" sldId="263"/>
            <ac:cxnSpMk id="72" creationId="{19E32530-5367-EC4A-33AB-AC2BBB7FD556}"/>
          </ac:cxnSpMkLst>
        </pc:cxnChg>
        <pc:cxnChg chg="add mod">
          <ac:chgData name="Jenkins, James" userId="22dbd369-5602-45b9-bd4f-e278865c6247" providerId="ADAL" clId="{8DDE56CA-45B9-4108-B666-8A997AD81334}" dt="2026-02-18T19:22:00.878" v="4396" actId="1076"/>
          <ac:cxnSpMkLst>
            <pc:docMk/>
            <pc:sldMk cId="605074376" sldId="263"/>
            <ac:cxnSpMk id="77" creationId="{0E74108F-3E86-3316-2F57-434A252F9E78}"/>
          </ac:cxnSpMkLst>
        </pc:cxnChg>
        <pc:cxnChg chg="add mod">
          <ac:chgData name="Jenkins, James" userId="22dbd369-5602-45b9-bd4f-e278865c6247" providerId="ADAL" clId="{8DDE56CA-45B9-4108-B666-8A997AD81334}" dt="2026-02-18T19:22:34.101" v="4399" actId="14100"/>
          <ac:cxnSpMkLst>
            <pc:docMk/>
            <pc:sldMk cId="605074376" sldId="263"/>
            <ac:cxnSpMk id="80" creationId="{06710D53-0776-A92A-8CB9-7E9838FB0E5E}"/>
          </ac:cxnSpMkLst>
        </pc:cxnChg>
        <pc:cxnChg chg="add mod">
          <ac:chgData name="Jenkins, James" userId="22dbd369-5602-45b9-bd4f-e278865c6247" providerId="ADAL" clId="{8DDE56CA-45B9-4108-B666-8A997AD81334}" dt="2026-02-18T19:17:07.680" v="4355" actId="14100"/>
          <ac:cxnSpMkLst>
            <pc:docMk/>
            <pc:sldMk cId="605074376" sldId="263"/>
            <ac:cxnSpMk id="90" creationId="{231EEDE8-9360-3FF0-3A23-33461C485108}"/>
          </ac:cxnSpMkLst>
        </pc:cxnChg>
        <pc:cxnChg chg="add mod">
          <ac:chgData name="Jenkins, James" userId="22dbd369-5602-45b9-bd4f-e278865c6247" providerId="ADAL" clId="{8DDE56CA-45B9-4108-B666-8A997AD81334}" dt="2026-02-18T19:16:07.597" v="4345" actId="1076"/>
          <ac:cxnSpMkLst>
            <pc:docMk/>
            <pc:sldMk cId="605074376" sldId="263"/>
            <ac:cxnSpMk id="93" creationId="{51895A59-7552-CFB0-7598-EFDC6DCBA74B}"/>
          </ac:cxnSpMkLst>
        </pc:cxnChg>
        <pc:cxnChg chg="add mod">
          <ac:chgData name="Jenkins, James" userId="22dbd369-5602-45b9-bd4f-e278865c6247" providerId="ADAL" clId="{8DDE56CA-45B9-4108-B666-8A997AD81334}" dt="2026-02-18T19:16:35.740" v="4351" actId="14100"/>
          <ac:cxnSpMkLst>
            <pc:docMk/>
            <pc:sldMk cId="605074376" sldId="263"/>
            <ac:cxnSpMk id="94" creationId="{B99CE4AA-E0C5-CF5C-C7E4-3D8065F99549}"/>
          </ac:cxnSpMkLst>
        </pc:cxnChg>
        <pc:cxnChg chg="add mod">
          <ac:chgData name="Jenkins, James" userId="22dbd369-5602-45b9-bd4f-e278865c6247" providerId="ADAL" clId="{8DDE56CA-45B9-4108-B666-8A997AD81334}" dt="2026-02-18T19:18:28.728" v="4370" actId="14100"/>
          <ac:cxnSpMkLst>
            <pc:docMk/>
            <pc:sldMk cId="605074376" sldId="263"/>
            <ac:cxnSpMk id="103" creationId="{DB7856B7-F3DA-82F8-7EA3-21F52904948F}"/>
          </ac:cxnSpMkLst>
        </pc:cxnChg>
        <pc:cxnChg chg="add mod">
          <ac:chgData name="Jenkins, James" userId="22dbd369-5602-45b9-bd4f-e278865c6247" providerId="ADAL" clId="{8DDE56CA-45B9-4108-B666-8A997AD81334}" dt="2026-02-18T19:18:03.866" v="4362" actId="1076"/>
          <ac:cxnSpMkLst>
            <pc:docMk/>
            <pc:sldMk cId="605074376" sldId="263"/>
            <ac:cxnSpMk id="106" creationId="{5503A19A-6B6B-C23E-9BF0-62EB16C7AC3D}"/>
          </ac:cxnSpMkLst>
        </pc:cxnChg>
        <pc:cxnChg chg="add mod">
          <ac:chgData name="Jenkins, James" userId="22dbd369-5602-45b9-bd4f-e278865c6247" providerId="ADAL" clId="{8DDE56CA-45B9-4108-B666-8A997AD81334}" dt="2026-02-18T19:18:03.866" v="4362" actId="1076"/>
          <ac:cxnSpMkLst>
            <pc:docMk/>
            <pc:sldMk cId="605074376" sldId="263"/>
            <ac:cxnSpMk id="107" creationId="{69E02FF9-169E-F972-9C1E-5B32ABE2D0B3}"/>
          </ac:cxnSpMkLst>
        </pc:cxnChg>
        <pc:cxnChg chg="mod">
          <ac:chgData name="Jenkins, James" userId="22dbd369-5602-45b9-bd4f-e278865c6247" providerId="ADAL" clId="{8DDE56CA-45B9-4108-B666-8A997AD81334}" dt="2026-02-18T19:19:43.831" v="4389" actId="14100"/>
          <ac:cxnSpMkLst>
            <pc:docMk/>
            <pc:sldMk cId="605074376" sldId="263"/>
            <ac:cxnSpMk id="114" creationId="{F56171BC-E4B3-C7A9-2A73-3906E7061B1D}"/>
          </ac:cxnSpMkLst>
        </pc:cxnChg>
        <pc:cxnChg chg="mod">
          <ac:chgData name="Jenkins, James" userId="22dbd369-5602-45b9-bd4f-e278865c6247" providerId="ADAL" clId="{8DDE56CA-45B9-4108-B666-8A997AD81334}" dt="2026-02-18T19:19:51.718" v="4392" actId="14100"/>
          <ac:cxnSpMkLst>
            <pc:docMk/>
            <pc:sldMk cId="605074376" sldId="263"/>
            <ac:cxnSpMk id="123" creationId="{0EB50973-0C89-1E26-DAD6-A7A306046B1E}"/>
          </ac:cxnSpMkLst>
        </pc:cxnChg>
        <pc:cxnChg chg="add mod">
          <ac:chgData name="Jenkins, James" userId="22dbd369-5602-45b9-bd4f-e278865c6247" providerId="ADAL" clId="{8DDE56CA-45B9-4108-B666-8A997AD81334}" dt="2026-02-18T19:23:19.663" v="4410" actId="20577"/>
          <ac:cxnSpMkLst>
            <pc:docMk/>
            <pc:sldMk cId="605074376" sldId="263"/>
            <ac:cxnSpMk id="135" creationId="{08A162AA-FCD7-4432-B671-29496CD43686}"/>
          </ac:cxnSpMkLst>
        </pc:cxnChg>
        <pc:cxnChg chg="add mod">
          <ac:chgData name="Jenkins, James" userId="22dbd369-5602-45b9-bd4f-e278865c6247" providerId="ADAL" clId="{8DDE56CA-45B9-4108-B666-8A997AD81334}" dt="2026-02-18T19:23:24.409" v="4412" actId="20577"/>
          <ac:cxnSpMkLst>
            <pc:docMk/>
            <pc:sldMk cId="605074376" sldId="263"/>
            <ac:cxnSpMk id="137" creationId="{0AACC6D0-298F-19A3-41C9-DDA24ED0DC70}"/>
          </ac:cxnSpMkLst>
        </pc:cxnChg>
        <pc:cxnChg chg="add mod">
          <ac:chgData name="Jenkins, James" userId="22dbd369-5602-45b9-bd4f-e278865c6247" providerId="ADAL" clId="{8DDE56CA-45B9-4108-B666-8A997AD81334}" dt="2026-02-18T19:23:27.606" v="4414" actId="20577"/>
          <ac:cxnSpMkLst>
            <pc:docMk/>
            <pc:sldMk cId="605074376" sldId="263"/>
            <ac:cxnSpMk id="139" creationId="{107EBC69-4610-5914-D411-331496F91B17}"/>
          </ac:cxnSpMkLst>
        </pc:cxnChg>
        <pc:cxnChg chg="add mod">
          <ac:chgData name="Jenkins, James" userId="22dbd369-5602-45b9-bd4f-e278865c6247" providerId="ADAL" clId="{8DDE56CA-45B9-4108-B666-8A997AD81334}" dt="2026-02-18T19:23:32.488" v="4420" actId="20577"/>
          <ac:cxnSpMkLst>
            <pc:docMk/>
            <pc:sldMk cId="605074376" sldId="263"/>
            <ac:cxnSpMk id="141" creationId="{288B9A00-64EA-8192-5A85-18F527EB75EF}"/>
          </ac:cxnSpMkLst>
        </pc:cxnChg>
      </pc:sldChg>
      <pc:sldChg chg="del">
        <pc:chgData name="Jenkins, James" userId="22dbd369-5602-45b9-bd4f-e278865c6247" providerId="ADAL" clId="{8DDE56CA-45B9-4108-B666-8A997AD81334}" dt="2026-02-18T18:37:34.962" v="4057" actId="47"/>
        <pc:sldMkLst>
          <pc:docMk/>
          <pc:sldMk cId="2321698658" sldId="264"/>
        </pc:sldMkLst>
      </pc:sldChg>
      <pc:sldChg chg="del">
        <pc:chgData name="Jenkins, James" userId="22dbd369-5602-45b9-bd4f-e278865c6247" providerId="ADAL" clId="{8DDE56CA-45B9-4108-B666-8A997AD81334}" dt="2026-02-18T18:37:38.685" v="4058" actId="47"/>
        <pc:sldMkLst>
          <pc:docMk/>
          <pc:sldMk cId="2421293426" sldId="265"/>
        </pc:sldMkLst>
      </pc:sldChg>
      <pc:sldChg chg="modSp add mod">
        <pc:chgData name="Jenkins, James" userId="22dbd369-5602-45b9-bd4f-e278865c6247" providerId="ADAL" clId="{8DDE56CA-45B9-4108-B666-8A997AD81334}" dt="2026-02-18T18:38:25.167" v="4062" actId="20577"/>
        <pc:sldMkLst>
          <pc:docMk/>
          <pc:sldMk cId="2883705080" sldId="266"/>
        </pc:sldMkLst>
        <pc:spChg chg="mod">
          <ac:chgData name="Jenkins, James" userId="22dbd369-5602-45b9-bd4f-e278865c6247" providerId="ADAL" clId="{8DDE56CA-45B9-4108-B666-8A997AD81334}" dt="2026-02-18T18:38:25.167" v="4062" actId="20577"/>
          <ac:spMkLst>
            <pc:docMk/>
            <pc:sldMk cId="2883705080" sldId="266"/>
            <ac:spMk id="3" creationId="{E212F4C2-42D2-79BE-285A-B8D001D43798}"/>
          </ac:spMkLst>
        </pc:spChg>
      </pc:sldChg>
      <pc:sldChg chg="addSp delSp modSp add mod">
        <pc:chgData name="Jenkins, James" userId="22dbd369-5602-45b9-bd4f-e278865c6247" providerId="ADAL" clId="{8DDE56CA-45B9-4108-B666-8A997AD81334}" dt="2026-02-18T19:41:11.374" v="4675" actId="20577"/>
        <pc:sldMkLst>
          <pc:docMk/>
          <pc:sldMk cId="1572982302" sldId="267"/>
        </pc:sldMkLst>
        <pc:spChg chg="mod">
          <ac:chgData name="Jenkins, James" userId="22dbd369-5602-45b9-bd4f-e278865c6247" providerId="ADAL" clId="{8DDE56CA-45B9-4108-B666-8A997AD81334}" dt="2026-02-18T19:41:11.374" v="4675" actId="20577"/>
          <ac:spMkLst>
            <pc:docMk/>
            <pc:sldMk cId="1572982302" sldId="267"/>
            <ac:spMk id="2" creationId="{24F822D4-C767-DD25-25FA-A641048A0039}"/>
          </ac:spMkLst>
        </pc:spChg>
        <pc:spChg chg="add mod">
          <ac:chgData name="Jenkins, James" userId="22dbd369-5602-45b9-bd4f-e278865c6247" providerId="ADAL" clId="{8DDE56CA-45B9-4108-B666-8A997AD81334}" dt="2026-02-18T19:33:43.609" v="4574" actId="164"/>
          <ac:spMkLst>
            <pc:docMk/>
            <pc:sldMk cId="1572982302" sldId="267"/>
            <ac:spMk id="3" creationId="{708FC22E-A143-BF4F-79A2-BD6F942E818C}"/>
          </ac:spMkLst>
        </pc:spChg>
        <pc:spChg chg="add mod">
          <ac:chgData name="Jenkins, James" userId="22dbd369-5602-45b9-bd4f-e278865c6247" providerId="ADAL" clId="{8DDE56CA-45B9-4108-B666-8A997AD81334}" dt="2026-02-18T19:33:43.609" v="4574" actId="164"/>
          <ac:spMkLst>
            <pc:docMk/>
            <pc:sldMk cId="1572982302" sldId="267"/>
            <ac:spMk id="23" creationId="{EB3DA601-96D4-586D-E327-6EE64A676E83}"/>
          </ac:spMkLst>
        </pc:spChg>
        <pc:spChg chg="add mod">
          <ac:chgData name="Jenkins, James" userId="22dbd369-5602-45b9-bd4f-e278865c6247" providerId="ADAL" clId="{8DDE56CA-45B9-4108-B666-8A997AD81334}" dt="2026-02-18T19:27:56.084" v="4487" actId="1076"/>
          <ac:spMkLst>
            <pc:docMk/>
            <pc:sldMk cId="1572982302" sldId="267"/>
            <ac:spMk id="24" creationId="{363EA8D3-6BE7-9C7E-4BB7-56E693737DCF}"/>
          </ac:spMkLst>
        </pc:spChg>
        <pc:spChg chg="add mod">
          <ac:chgData name="Jenkins, James" userId="22dbd369-5602-45b9-bd4f-e278865c6247" providerId="ADAL" clId="{8DDE56CA-45B9-4108-B666-8A997AD81334}" dt="2026-02-18T19:33:43.609" v="4574" actId="164"/>
          <ac:spMkLst>
            <pc:docMk/>
            <pc:sldMk cId="1572982302" sldId="267"/>
            <ac:spMk id="25" creationId="{07AA3768-6AAC-174D-AE68-9F53DF2D68FB}"/>
          </ac:spMkLst>
        </pc:spChg>
        <pc:spChg chg="del">
          <ac:chgData name="Jenkins, James" userId="22dbd369-5602-45b9-bd4f-e278865c6247" providerId="ADAL" clId="{8DDE56CA-45B9-4108-B666-8A997AD81334}" dt="2026-02-18T19:24:29.010" v="4453" actId="478"/>
          <ac:spMkLst>
            <pc:docMk/>
            <pc:sldMk cId="1572982302" sldId="267"/>
            <ac:spMk id="46" creationId="{3C335C14-07E1-88A7-E036-0FFB5ACE50C0}"/>
          </ac:spMkLst>
        </pc:spChg>
        <pc:spChg chg="del">
          <ac:chgData name="Jenkins, James" userId="22dbd369-5602-45b9-bd4f-e278865c6247" providerId="ADAL" clId="{8DDE56CA-45B9-4108-B666-8A997AD81334}" dt="2026-02-18T19:40:44.113" v="4641" actId="478"/>
          <ac:spMkLst>
            <pc:docMk/>
            <pc:sldMk cId="1572982302" sldId="267"/>
            <ac:spMk id="48" creationId="{FD6A0BAE-1C95-071A-D318-746DFE3B5349}"/>
          </ac:spMkLst>
        </pc:spChg>
        <pc:spChg chg="del">
          <ac:chgData name="Jenkins, James" userId="22dbd369-5602-45b9-bd4f-e278865c6247" providerId="ADAL" clId="{8DDE56CA-45B9-4108-B666-8A997AD81334}" dt="2026-02-18T19:40:44.113" v="4641" actId="478"/>
          <ac:spMkLst>
            <pc:docMk/>
            <pc:sldMk cId="1572982302" sldId="267"/>
            <ac:spMk id="49" creationId="{DFDC6289-D2C7-4AA4-EDC4-F5F424FB2E5F}"/>
          </ac:spMkLst>
        </pc:spChg>
        <pc:spChg chg="del">
          <ac:chgData name="Jenkins, James" userId="22dbd369-5602-45b9-bd4f-e278865c6247" providerId="ADAL" clId="{8DDE56CA-45B9-4108-B666-8A997AD81334}" dt="2026-02-18T19:40:44.113" v="4641" actId="478"/>
          <ac:spMkLst>
            <pc:docMk/>
            <pc:sldMk cId="1572982302" sldId="267"/>
            <ac:spMk id="51" creationId="{631AED2E-5DDC-ED37-81BD-9C857339ABF9}"/>
          </ac:spMkLst>
        </pc:spChg>
        <pc:spChg chg="del">
          <ac:chgData name="Jenkins, James" userId="22dbd369-5602-45b9-bd4f-e278865c6247" providerId="ADAL" clId="{8DDE56CA-45B9-4108-B666-8A997AD81334}" dt="2026-02-18T19:40:44.113" v="4641" actId="478"/>
          <ac:spMkLst>
            <pc:docMk/>
            <pc:sldMk cId="1572982302" sldId="267"/>
            <ac:spMk id="52" creationId="{89644FA3-28C0-D810-A18F-BD1ECB8840F6}"/>
          </ac:spMkLst>
        </pc:spChg>
        <pc:spChg chg="add mod">
          <ac:chgData name="Jenkins, James" userId="22dbd369-5602-45b9-bd4f-e278865c6247" providerId="ADAL" clId="{8DDE56CA-45B9-4108-B666-8A997AD81334}" dt="2026-02-18T19:33:43.609" v="4574" actId="164"/>
          <ac:spMkLst>
            <pc:docMk/>
            <pc:sldMk cId="1572982302" sldId="267"/>
            <ac:spMk id="56" creationId="{9D918585-72F7-B522-E981-D559C0BE8C21}"/>
          </ac:spMkLst>
        </pc:spChg>
        <pc:spChg chg="add mod">
          <ac:chgData name="Jenkins, James" userId="22dbd369-5602-45b9-bd4f-e278865c6247" providerId="ADAL" clId="{8DDE56CA-45B9-4108-B666-8A997AD81334}" dt="2026-02-18T19:33:43.609" v="4574" actId="164"/>
          <ac:spMkLst>
            <pc:docMk/>
            <pc:sldMk cId="1572982302" sldId="267"/>
            <ac:spMk id="57" creationId="{DE6AFA29-81E1-D94C-B48B-6AD4D3925F49}"/>
          </ac:spMkLst>
        </pc:spChg>
        <pc:spChg chg="add mod">
          <ac:chgData name="Jenkins, James" userId="22dbd369-5602-45b9-bd4f-e278865c6247" providerId="ADAL" clId="{8DDE56CA-45B9-4108-B666-8A997AD81334}" dt="2026-02-18T19:33:43.609" v="4574" actId="164"/>
          <ac:spMkLst>
            <pc:docMk/>
            <pc:sldMk cId="1572982302" sldId="267"/>
            <ac:spMk id="58" creationId="{56C3D84F-4FDC-0E41-1298-FE30569791B6}"/>
          </ac:spMkLst>
        </pc:spChg>
        <pc:spChg chg="del">
          <ac:chgData name="Jenkins, James" userId="22dbd369-5602-45b9-bd4f-e278865c6247" providerId="ADAL" clId="{8DDE56CA-45B9-4108-B666-8A997AD81334}" dt="2026-02-18T19:24:29.010" v="4453" actId="478"/>
          <ac:spMkLst>
            <pc:docMk/>
            <pc:sldMk cId="1572982302" sldId="267"/>
            <ac:spMk id="75" creationId="{2ECAC46A-E0A2-7E57-1125-AD9667947E14}"/>
          </ac:spMkLst>
        </pc:spChg>
        <pc:spChg chg="del">
          <ac:chgData name="Jenkins, James" userId="22dbd369-5602-45b9-bd4f-e278865c6247" providerId="ADAL" clId="{8DDE56CA-45B9-4108-B666-8A997AD81334}" dt="2026-02-18T19:24:29.010" v="4453" actId="478"/>
          <ac:spMkLst>
            <pc:docMk/>
            <pc:sldMk cId="1572982302" sldId="267"/>
            <ac:spMk id="78" creationId="{C8D77AD0-0414-E34A-1187-D78CA30810AE}"/>
          </ac:spMkLst>
        </pc:spChg>
        <pc:spChg chg="del">
          <ac:chgData name="Jenkins, James" userId="22dbd369-5602-45b9-bd4f-e278865c6247" providerId="ADAL" clId="{8DDE56CA-45B9-4108-B666-8A997AD81334}" dt="2026-02-18T19:40:44.113" v="4641" actId="478"/>
          <ac:spMkLst>
            <pc:docMk/>
            <pc:sldMk cId="1572982302" sldId="267"/>
            <ac:spMk id="84" creationId="{274DEF4C-2E88-6B01-2D38-46E1244285F1}"/>
          </ac:spMkLst>
        </pc:spChg>
        <pc:spChg chg="mod">
          <ac:chgData name="Jenkins, James" userId="22dbd369-5602-45b9-bd4f-e278865c6247" providerId="ADAL" clId="{8DDE56CA-45B9-4108-B666-8A997AD81334}" dt="2026-02-18T19:33:43.609" v="4574" actId="164"/>
          <ac:spMkLst>
            <pc:docMk/>
            <pc:sldMk cId="1572982302" sldId="267"/>
            <ac:spMk id="85" creationId="{35F43CA3-2531-8722-9063-FEAD6DDBF1DC}"/>
          </ac:spMkLst>
        </pc:spChg>
        <pc:spChg chg="del mod">
          <ac:chgData name="Jenkins, James" userId="22dbd369-5602-45b9-bd4f-e278865c6247" providerId="ADAL" clId="{8DDE56CA-45B9-4108-B666-8A997AD81334}" dt="2026-02-18T19:30:35.481" v="4520" actId="478"/>
          <ac:spMkLst>
            <pc:docMk/>
            <pc:sldMk cId="1572982302" sldId="267"/>
            <ac:spMk id="86" creationId="{FD5531C7-85FB-0834-89EA-EA7365574D1D}"/>
          </ac:spMkLst>
        </pc:spChg>
        <pc:spChg chg="mod">
          <ac:chgData name="Jenkins, James" userId="22dbd369-5602-45b9-bd4f-e278865c6247" providerId="ADAL" clId="{8DDE56CA-45B9-4108-B666-8A997AD81334}" dt="2026-02-18T19:33:43.609" v="4574" actId="164"/>
          <ac:spMkLst>
            <pc:docMk/>
            <pc:sldMk cId="1572982302" sldId="267"/>
            <ac:spMk id="88" creationId="{BEB96F27-EA0D-E363-70E1-FE8848910F66}"/>
          </ac:spMkLst>
        </pc:spChg>
        <pc:spChg chg="mod">
          <ac:chgData name="Jenkins, James" userId="22dbd369-5602-45b9-bd4f-e278865c6247" providerId="ADAL" clId="{8DDE56CA-45B9-4108-B666-8A997AD81334}" dt="2026-02-18T19:33:43.609" v="4574" actId="164"/>
          <ac:spMkLst>
            <pc:docMk/>
            <pc:sldMk cId="1572982302" sldId="267"/>
            <ac:spMk id="91" creationId="{5C0ECC64-2DC2-5F4E-D52C-B5ADF2960F50}"/>
          </ac:spMkLst>
        </pc:spChg>
        <pc:spChg chg="mod">
          <ac:chgData name="Jenkins, James" userId="22dbd369-5602-45b9-bd4f-e278865c6247" providerId="ADAL" clId="{8DDE56CA-45B9-4108-B666-8A997AD81334}" dt="2026-02-18T19:33:43.609" v="4574" actId="164"/>
          <ac:spMkLst>
            <pc:docMk/>
            <pc:sldMk cId="1572982302" sldId="267"/>
            <ac:spMk id="92" creationId="{AD669418-7579-2308-C72D-CE9DD4769C01}"/>
          </ac:spMkLst>
        </pc:spChg>
        <pc:spChg chg="mod">
          <ac:chgData name="Jenkins, James" userId="22dbd369-5602-45b9-bd4f-e278865c6247" providerId="ADAL" clId="{8DDE56CA-45B9-4108-B666-8A997AD81334}" dt="2026-02-18T19:33:53.446" v="4576" actId="1076"/>
          <ac:spMkLst>
            <pc:docMk/>
            <pc:sldMk cId="1572982302" sldId="267"/>
            <ac:spMk id="99" creationId="{5530E998-2EC6-F970-AD4D-2CF437C72165}"/>
          </ac:spMkLst>
        </pc:spChg>
        <pc:spChg chg="del">
          <ac:chgData name="Jenkins, James" userId="22dbd369-5602-45b9-bd4f-e278865c6247" providerId="ADAL" clId="{8DDE56CA-45B9-4108-B666-8A997AD81334}" dt="2026-02-18T19:24:40.301" v="4454" actId="478"/>
          <ac:spMkLst>
            <pc:docMk/>
            <pc:sldMk cId="1572982302" sldId="267"/>
            <ac:spMk id="100" creationId="{A5B9358D-3B42-D630-AFF5-6508DD595277}"/>
          </ac:spMkLst>
        </pc:spChg>
        <pc:spChg chg="del">
          <ac:chgData name="Jenkins, James" userId="22dbd369-5602-45b9-bd4f-e278865c6247" providerId="ADAL" clId="{8DDE56CA-45B9-4108-B666-8A997AD81334}" dt="2026-02-18T19:24:40.301" v="4454" actId="478"/>
          <ac:spMkLst>
            <pc:docMk/>
            <pc:sldMk cId="1572982302" sldId="267"/>
            <ac:spMk id="101" creationId="{6DA27BF8-0566-E6B6-FECF-F706B6951E82}"/>
          </ac:spMkLst>
        </pc:spChg>
        <pc:spChg chg="del">
          <ac:chgData name="Jenkins, James" userId="22dbd369-5602-45b9-bd4f-e278865c6247" providerId="ADAL" clId="{8DDE56CA-45B9-4108-B666-8A997AD81334}" dt="2026-02-18T19:24:40.301" v="4454" actId="478"/>
          <ac:spMkLst>
            <pc:docMk/>
            <pc:sldMk cId="1572982302" sldId="267"/>
            <ac:spMk id="102" creationId="{5FD10072-B462-D09B-0E96-290682480169}"/>
          </ac:spMkLst>
        </pc:spChg>
        <pc:spChg chg="del">
          <ac:chgData name="Jenkins, James" userId="22dbd369-5602-45b9-bd4f-e278865c6247" providerId="ADAL" clId="{8DDE56CA-45B9-4108-B666-8A997AD81334}" dt="2026-02-18T19:24:40.301" v="4454" actId="478"/>
          <ac:spMkLst>
            <pc:docMk/>
            <pc:sldMk cId="1572982302" sldId="267"/>
            <ac:spMk id="105" creationId="{84F7CC4A-7598-06DD-0CD0-49D7B361F624}"/>
          </ac:spMkLst>
        </pc:spChg>
        <pc:spChg chg="del">
          <ac:chgData name="Jenkins, James" userId="22dbd369-5602-45b9-bd4f-e278865c6247" providerId="ADAL" clId="{8DDE56CA-45B9-4108-B666-8A997AD81334}" dt="2026-02-18T19:24:40.301" v="4454" actId="478"/>
          <ac:spMkLst>
            <pc:docMk/>
            <pc:sldMk cId="1572982302" sldId="267"/>
            <ac:spMk id="111" creationId="{C79F5E74-75CE-2353-3588-9425568CC266}"/>
          </ac:spMkLst>
        </pc:spChg>
        <pc:spChg chg="del">
          <ac:chgData name="Jenkins, James" userId="22dbd369-5602-45b9-bd4f-e278865c6247" providerId="ADAL" clId="{8DDE56CA-45B9-4108-B666-8A997AD81334}" dt="2026-02-18T19:24:40.301" v="4454" actId="478"/>
          <ac:spMkLst>
            <pc:docMk/>
            <pc:sldMk cId="1572982302" sldId="267"/>
            <ac:spMk id="112" creationId="{1E56D8F0-BAB8-365B-67A5-6A9BC7D17C03}"/>
          </ac:spMkLst>
        </pc:spChg>
        <pc:spChg chg="del">
          <ac:chgData name="Jenkins, James" userId="22dbd369-5602-45b9-bd4f-e278865c6247" providerId="ADAL" clId="{8DDE56CA-45B9-4108-B666-8A997AD81334}" dt="2026-02-18T19:24:40.301" v="4454" actId="478"/>
          <ac:spMkLst>
            <pc:docMk/>
            <pc:sldMk cId="1572982302" sldId="267"/>
            <ac:spMk id="115" creationId="{50D882C8-3034-8DBF-D7A9-2B0492E5AD4C}"/>
          </ac:spMkLst>
        </pc:spChg>
        <pc:spChg chg="del">
          <ac:chgData name="Jenkins, James" userId="22dbd369-5602-45b9-bd4f-e278865c6247" providerId="ADAL" clId="{8DDE56CA-45B9-4108-B666-8A997AD81334}" dt="2026-02-18T19:24:40.301" v="4454" actId="478"/>
          <ac:spMkLst>
            <pc:docMk/>
            <pc:sldMk cId="1572982302" sldId="267"/>
            <ac:spMk id="116" creationId="{501334EE-EBDA-681D-FADB-6E305C452046}"/>
          </ac:spMkLst>
        </pc:spChg>
        <pc:spChg chg="del">
          <ac:chgData name="Jenkins, James" userId="22dbd369-5602-45b9-bd4f-e278865c6247" providerId="ADAL" clId="{8DDE56CA-45B9-4108-B666-8A997AD81334}" dt="2026-02-18T19:24:40.301" v="4454" actId="478"/>
          <ac:spMkLst>
            <pc:docMk/>
            <pc:sldMk cId="1572982302" sldId="267"/>
            <ac:spMk id="122" creationId="{A47625BD-C791-B0F1-22D1-D013B7CD7511}"/>
          </ac:spMkLst>
        </pc:spChg>
        <pc:spChg chg="del">
          <ac:chgData name="Jenkins, James" userId="22dbd369-5602-45b9-bd4f-e278865c6247" providerId="ADAL" clId="{8DDE56CA-45B9-4108-B666-8A997AD81334}" dt="2026-02-18T19:24:40.301" v="4454" actId="478"/>
          <ac:spMkLst>
            <pc:docMk/>
            <pc:sldMk cId="1572982302" sldId="267"/>
            <ac:spMk id="125" creationId="{BB876AD0-37A9-D8B5-D342-BBD06FF28335}"/>
          </ac:spMkLst>
        </pc:spChg>
        <pc:spChg chg="add mod">
          <ac:chgData name="Jenkins, James" userId="22dbd369-5602-45b9-bd4f-e278865c6247" providerId="ADAL" clId="{8DDE56CA-45B9-4108-B666-8A997AD81334}" dt="2026-02-18T19:37:45.449" v="4604" actId="14100"/>
          <ac:spMkLst>
            <pc:docMk/>
            <pc:sldMk cId="1572982302" sldId="267"/>
            <ac:spMk id="129" creationId="{8774CE55-731B-2EA0-7CBD-C36268533B15}"/>
          </ac:spMkLst>
        </pc:spChg>
        <pc:spChg chg="add mod">
          <ac:chgData name="Jenkins, James" userId="22dbd369-5602-45b9-bd4f-e278865c6247" providerId="ADAL" clId="{8DDE56CA-45B9-4108-B666-8A997AD81334}" dt="2026-02-18T19:36:56.807" v="4595" actId="1076"/>
          <ac:spMkLst>
            <pc:docMk/>
            <pc:sldMk cId="1572982302" sldId="267"/>
            <ac:spMk id="130" creationId="{6741A2FF-70C9-BF91-D1DE-C9BA0B6164A6}"/>
          </ac:spMkLst>
        </pc:spChg>
        <pc:spChg chg="add mod">
          <ac:chgData name="Jenkins, James" userId="22dbd369-5602-45b9-bd4f-e278865c6247" providerId="ADAL" clId="{8DDE56CA-45B9-4108-B666-8A997AD81334}" dt="2026-02-18T19:37:53.862" v="4606" actId="1076"/>
          <ac:spMkLst>
            <pc:docMk/>
            <pc:sldMk cId="1572982302" sldId="267"/>
            <ac:spMk id="131" creationId="{3527AC97-5CF0-3A48-ED33-C45BEA6D2FC2}"/>
          </ac:spMkLst>
        </pc:spChg>
        <pc:spChg chg="add mod">
          <ac:chgData name="Jenkins, James" userId="22dbd369-5602-45b9-bd4f-e278865c6247" providerId="ADAL" clId="{8DDE56CA-45B9-4108-B666-8A997AD81334}" dt="2026-02-18T19:38:35.256" v="4623" actId="1076"/>
          <ac:spMkLst>
            <pc:docMk/>
            <pc:sldMk cId="1572982302" sldId="267"/>
            <ac:spMk id="143" creationId="{D86ACB84-4E1F-4454-EA81-4F7D7F10BC71}"/>
          </ac:spMkLst>
        </pc:spChg>
        <pc:spChg chg="add mod">
          <ac:chgData name="Jenkins, James" userId="22dbd369-5602-45b9-bd4f-e278865c6247" providerId="ADAL" clId="{8DDE56CA-45B9-4108-B666-8A997AD81334}" dt="2026-02-18T19:39:02.951" v="4628" actId="1076"/>
          <ac:spMkLst>
            <pc:docMk/>
            <pc:sldMk cId="1572982302" sldId="267"/>
            <ac:spMk id="146" creationId="{02430BD8-C06A-58E8-F3BD-9E2296115D5E}"/>
          </ac:spMkLst>
        </pc:spChg>
        <pc:spChg chg="add mod">
          <ac:chgData name="Jenkins, James" userId="22dbd369-5602-45b9-bd4f-e278865c6247" providerId="ADAL" clId="{8DDE56CA-45B9-4108-B666-8A997AD81334}" dt="2026-02-18T19:39:33.972" v="4631" actId="1076"/>
          <ac:spMkLst>
            <pc:docMk/>
            <pc:sldMk cId="1572982302" sldId="267"/>
            <ac:spMk id="147" creationId="{E467B425-3F12-64C9-4BC7-562E331CAEC7}"/>
          </ac:spMkLst>
        </pc:spChg>
        <pc:spChg chg="add mod">
          <ac:chgData name="Jenkins, James" userId="22dbd369-5602-45b9-bd4f-e278865c6247" providerId="ADAL" clId="{8DDE56CA-45B9-4108-B666-8A997AD81334}" dt="2026-02-18T19:39:47.402" v="4636" actId="20577"/>
          <ac:spMkLst>
            <pc:docMk/>
            <pc:sldMk cId="1572982302" sldId="267"/>
            <ac:spMk id="148" creationId="{5CF450B3-08E5-11DD-5744-743EC5CD54CF}"/>
          </ac:spMkLst>
        </pc:spChg>
        <pc:grpChg chg="del">
          <ac:chgData name="Jenkins, James" userId="22dbd369-5602-45b9-bd4f-e278865c6247" providerId="ADAL" clId="{8DDE56CA-45B9-4108-B666-8A997AD81334}" dt="2026-02-18T19:24:29.010" v="4453" actId="478"/>
          <ac:grpSpMkLst>
            <pc:docMk/>
            <pc:sldMk cId="1572982302" sldId="267"/>
            <ac:grpSpMk id="74" creationId="{56FB50FC-49A4-D9FC-2649-13CFD535680A}"/>
          </ac:grpSpMkLst>
        </pc:grpChg>
        <pc:grpChg chg="del">
          <ac:chgData name="Jenkins, James" userId="22dbd369-5602-45b9-bd4f-e278865c6247" providerId="ADAL" clId="{8DDE56CA-45B9-4108-B666-8A997AD81334}" dt="2026-02-18T19:24:29.010" v="4453" actId="478"/>
          <ac:grpSpMkLst>
            <pc:docMk/>
            <pc:sldMk cId="1572982302" sldId="267"/>
            <ac:grpSpMk id="82" creationId="{04427165-C360-E955-E831-61FF03C80A1D}"/>
          </ac:grpSpMkLst>
        </pc:grpChg>
        <pc:grpChg chg="mod">
          <ac:chgData name="Jenkins, James" userId="22dbd369-5602-45b9-bd4f-e278865c6247" providerId="ADAL" clId="{8DDE56CA-45B9-4108-B666-8A997AD81334}" dt="2026-02-18T19:33:49.817" v="4575" actId="1076"/>
          <ac:grpSpMkLst>
            <pc:docMk/>
            <pc:sldMk cId="1572982302" sldId="267"/>
            <ac:grpSpMk id="110" creationId="{9A4AF31C-23B2-FC58-765E-2F09829DD109}"/>
          </ac:grpSpMkLst>
        </pc:grpChg>
        <pc:cxnChg chg="add mod">
          <ac:chgData name="Jenkins, James" userId="22dbd369-5602-45b9-bd4f-e278865c6247" providerId="ADAL" clId="{8DDE56CA-45B9-4108-B666-8A997AD81334}" dt="2026-02-18T19:27:13.493" v="4480" actId="14100"/>
          <ac:cxnSpMkLst>
            <pc:docMk/>
            <pc:sldMk cId="1572982302" sldId="267"/>
            <ac:cxnSpMk id="6" creationId="{A2B3B452-F379-869E-502F-F760E7AC9467}"/>
          </ac:cxnSpMkLst>
        </pc:cxnChg>
        <pc:cxnChg chg="add mod">
          <ac:chgData name="Jenkins, James" userId="22dbd369-5602-45b9-bd4f-e278865c6247" providerId="ADAL" clId="{8DDE56CA-45B9-4108-B666-8A997AD81334}" dt="2026-02-18T19:27:13.493" v="4480" actId="14100"/>
          <ac:cxnSpMkLst>
            <pc:docMk/>
            <pc:sldMk cId="1572982302" sldId="267"/>
            <ac:cxnSpMk id="8" creationId="{5A9ECB40-A6EF-24D7-7CDE-8EE66E297C54}"/>
          </ac:cxnSpMkLst>
        </pc:cxnChg>
        <pc:cxnChg chg="add mod">
          <ac:chgData name="Jenkins, James" userId="22dbd369-5602-45b9-bd4f-e278865c6247" providerId="ADAL" clId="{8DDE56CA-45B9-4108-B666-8A997AD81334}" dt="2026-02-18T19:28:58.385" v="4497" actId="14100"/>
          <ac:cxnSpMkLst>
            <pc:docMk/>
            <pc:sldMk cId="1572982302" sldId="267"/>
            <ac:cxnSpMk id="27" creationId="{F07524AD-2BC3-A87B-257A-7C252CB395D0}"/>
          </ac:cxnSpMkLst>
        </pc:cxnChg>
        <pc:cxnChg chg="mod">
          <ac:chgData name="Jenkins, James" userId="22dbd369-5602-45b9-bd4f-e278865c6247" providerId="ADAL" clId="{8DDE56CA-45B9-4108-B666-8A997AD81334}" dt="2026-02-18T19:24:29.010" v="4453" actId="478"/>
          <ac:cxnSpMkLst>
            <pc:docMk/>
            <pc:sldMk cId="1572982302" sldId="267"/>
            <ac:cxnSpMk id="32" creationId="{68805DC9-B57F-69D6-C4C2-28FF104C9FDB}"/>
          </ac:cxnSpMkLst>
        </pc:cxnChg>
        <pc:cxnChg chg="add del mod">
          <ac:chgData name="Jenkins, James" userId="22dbd369-5602-45b9-bd4f-e278865c6247" providerId="ADAL" clId="{8DDE56CA-45B9-4108-B666-8A997AD81334}" dt="2026-02-18T19:29:49.526" v="4511" actId="11529"/>
          <ac:cxnSpMkLst>
            <pc:docMk/>
            <pc:sldMk cId="1572982302" sldId="267"/>
            <ac:cxnSpMk id="34" creationId="{8825DB18-5F82-1F24-79D2-25630423EE13}"/>
          </ac:cxnSpMkLst>
        </pc:cxnChg>
        <pc:cxnChg chg="mod">
          <ac:chgData name="Jenkins, James" userId="22dbd369-5602-45b9-bd4f-e278865c6247" providerId="ADAL" clId="{8DDE56CA-45B9-4108-B666-8A997AD81334}" dt="2026-02-18T19:24:29.010" v="4453" actId="478"/>
          <ac:cxnSpMkLst>
            <pc:docMk/>
            <pc:sldMk cId="1572982302" sldId="267"/>
            <ac:cxnSpMk id="35" creationId="{00E2F40B-66B6-3707-AE6B-FC61C4581128}"/>
          </ac:cxnSpMkLst>
        </pc:cxnChg>
        <pc:cxnChg chg="add mod">
          <ac:chgData name="Jenkins, James" userId="22dbd369-5602-45b9-bd4f-e278865c6247" providerId="ADAL" clId="{8DDE56CA-45B9-4108-B666-8A997AD81334}" dt="2026-02-18T19:30:03.104" v="4513" actId="13822"/>
          <ac:cxnSpMkLst>
            <pc:docMk/>
            <pc:sldMk cId="1572982302" sldId="267"/>
            <ac:cxnSpMk id="43" creationId="{2B9B5C42-DFFE-D0AD-F29E-8C28124D5FDD}"/>
          </ac:cxnSpMkLst>
        </pc:cxnChg>
        <pc:cxnChg chg="add mod">
          <ac:chgData name="Jenkins, James" userId="22dbd369-5602-45b9-bd4f-e278865c6247" providerId="ADAL" clId="{8DDE56CA-45B9-4108-B666-8A997AD81334}" dt="2026-02-18T19:30:21.144" v="4515" actId="13822"/>
          <ac:cxnSpMkLst>
            <pc:docMk/>
            <pc:sldMk cId="1572982302" sldId="267"/>
            <ac:cxnSpMk id="45" creationId="{A16E5521-608B-849C-C2C3-B85E23676F98}"/>
          </ac:cxnSpMkLst>
        </pc:cxnChg>
        <pc:cxnChg chg="add mod">
          <ac:chgData name="Jenkins, James" userId="22dbd369-5602-45b9-bd4f-e278865c6247" providerId="ADAL" clId="{8DDE56CA-45B9-4108-B666-8A997AD81334}" dt="2026-02-18T19:30:27.680" v="4517" actId="13822"/>
          <ac:cxnSpMkLst>
            <pc:docMk/>
            <pc:sldMk cId="1572982302" sldId="267"/>
            <ac:cxnSpMk id="50" creationId="{AEF914EE-D88C-8D75-D718-94340EDDD3EE}"/>
          </ac:cxnSpMkLst>
        </pc:cxnChg>
        <pc:cxnChg chg="mod">
          <ac:chgData name="Jenkins, James" userId="22dbd369-5602-45b9-bd4f-e278865c6247" providerId="ADAL" clId="{8DDE56CA-45B9-4108-B666-8A997AD81334}" dt="2026-02-18T19:24:29.010" v="4453" actId="478"/>
          <ac:cxnSpMkLst>
            <pc:docMk/>
            <pc:sldMk cId="1572982302" sldId="267"/>
            <ac:cxnSpMk id="65" creationId="{6ED839B5-A191-8738-31C6-6B34C179DC87}"/>
          </ac:cxnSpMkLst>
        </pc:cxnChg>
        <pc:cxnChg chg="add mod">
          <ac:chgData name="Jenkins, James" userId="22dbd369-5602-45b9-bd4f-e278865c6247" providerId="ADAL" clId="{8DDE56CA-45B9-4108-B666-8A997AD81334}" dt="2026-02-18T19:32:57.828" v="4566" actId="14100"/>
          <ac:cxnSpMkLst>
            <pc:docMk/>
            <pc:sldMk cId="1572982302" sldId="267"/>
            <ac:cxnSpMk id="66" creationId="{A2CD0579-7E0A-EA18-41B1-3FBD38458693}"/>
          </ac:cxnSpMkLst>
        </pc:cxnChg>
        <pc:cxnChg chg="add mod">
          <ac:chgData name="Jenkins, James" userId="22dbd369-5602-45b9-bd4f-e278865c6247" providerId="ADAL" clId="{8DDE56CA-45B9-4108-B666-8A997AD81334}" dt="2026-02-18T19:33:05.355" v="4568" actId="14100"/>
          <ac:cxnSpMkLst>
            <pc:docMk/>
            <pc:sldMk cId="1572982302" sldId="267"/>
            <ac:cxnSpMk id="68" creationId="{6B2D0497-B27D-D7D1-A74C-B7C51AF9099A}"/>
          </ac:cxnSpMkLst>
        </pc:cxnChg>
        <pc:cxnChg chg="add mod">
          <ac:chgData name="Jenkins, James" userId="22dbd369-5602-45b9-bd4f-e278865c6247" providerId="ADAL" clId="{8DDE56CA-45B9-4108-B666-8A997AD81334}" dt="2026-02-18T19:33:12.104" v="4570" actId="14100"/>
          <ac:cxnSpMkLst>
            <pc:docMk/>
            <pc:sldMk cId="1572982302" sldId="267"/>
            <ac:cxnSpMk id="70" creationId="{694F0833-5FEF-8995-034B-1723B390DB71}"/>
          </ac:cxnSpMkLst>
        </pc:cxnChg>
        <pc:cxnChg chg="add mod">
          <ac:chgData name="Jenkins, James" userId="22dbd369-5602-45b9-bd4f-e278865c6247" providerId="ADAL" clId="{8DDE56CA-45B9-4108-B666-8A997AD81334}" dt="2026-02-18T19:33:20.771" v="4572" actId="14100"/>
          <ac:cxnSpMkLst>
            <pc:docMk/>
            <pc:sldMk cId="1572982302" sldId="267"/>
            <ac:cxnSpMk id="73" creationId="{D6550490-8EEE-854D-1E54-1FBF7C17E5EF}"/>
          </ac:cxnSpMkLst>
        </pc:cxnChg>
        <pc:cxnChg chg="del mod">
          <ac:chgData name="Jenkins, James" userId="22dbd369-5602-45b9-bd4f-e278865c6247" providerId="ADAL" clId="{8DDE56CA-45B9-4108-B666-8A997AD81334}" dt="2026-02-18T19:24:29.010" v="4453" actId="478"/>
          <ac:cxnSpMkLst>
            <pc:docMk/>
            <pc:sldMk cId="1572982302" sldId="267"/>
            <ac:cxnSpMk id="77" creationId="{DF707600-5F1A-7246-A88A-673FC2FDD00F}"/>
          </ac:cxnSpMkLst>
        </pc:cxnChg>
        <pc:cxnChg chg="mod">
          <ac:chgData name="Jenkins, James" userId="22dbd369-5602-45b9-bd4f-e278865c6247" providerId="ADAL" clId="{8DDE56CA-45B9-4108-B666-8A997AD81334}" dt="2026-02-18T19:24:29.010" v="4453" actId="478"/>
          <ac:cxnSpMkLst>
            <pc:docMk/>
            <pc:sldMk cId="1572982302" sldId="267"/>
            <ac:cxnSpMk id="80" creationId="{FDD35B9F-C500-7638-28F7-593101FA8660}"/>
          </ac:cxnSpMkLst>
        </pc:cxnChg>
        <pc:cxnChg chg="del mod">
          <ac:chgData name="Jenkins, James" userId="22dbd369-5602-45b9-bd4f-e278865c6247" providerId="ADAL" clId="{8DDE56CA-45B9-4108-B666-8A997AD81334}" dt="2026-02-18T19:30:36.657" v="4521" actId="478"/>
          <ac:cxnSpMkLst>
            <pc:docMk/>
            <pc:sldMk cId="1572982302" sldId="267"/>
            <ac:cxnSpMk id="90" creationId="{91675E2F-29DE-A4DF-12EB-47AB1C7C05E9}"/>
          </ac:cxnSpMkLst>
        </pc:cxnChg>
        <pc:cxnChg chg="del mod">
          <ac:chgData name="Jenkins, James" userId="22dbd369-5602-45b9-bd4f-e278865c6247" providerId="ADAL" clId="{8DDE56CA-45B9-4108-B666-8A997AD81334}" dt="2026-02-18T19:30:32.083" v="4518" actId="478"/>
          <ac:cxnSpMkLst>
            <pc:docMk/>
            <pc:sldMk cId="1572982302" sldId="267"/>
            <ac:cxnSpMk id="93" creationId="{A3690A57-FD6E-953E-F96B-126161AA2F69}"/>
          </ac:cxnSpMkLst>
        </pc:cxnChg>
        <pc:cxnChg chg="del mod">
          <ac:chgData name="Jenkins, James" userId="22dbd369-5602-45b9-bd4f-e278865c6247" providerId="ADAL" clId="{8DDE56CA-45B9-4108-B666-8A997AD81334}" dt="2026-02-18T19:30:32.967" v="4519" actId="478"/>
          <ac:cxnSpMkLst>
            <pc:docMk/>
            <pc:sldMk cId="1572982302" sldId="267"/>
            <ac:cxnSpMk id="94" creationId="{275725BB-FA61-77C2-E155-DA698E65F285}"/>
          </ac:cxnSpMkLst>
        </pc:cxnChg>
        <pc:cxnChg chg="add del mod">
          <ac:chgData name="Jenkins, James" userId="22dbd369-5602-45b9-bd4f-e278865c6247" providerId="ADAL" clId="{8DDE56CA-45B9-4108-B666-8A997AD81334}" dt="2026-02-18T19:36:28.939" v="4592" actId="478"/>
          <ac:cxnSpMkLst>
            <pc:docMk/>
            <pc:sldMk cId="1572982302" sldId="267"/>
            <ac:cxnSpMk id="133" creationId="{C7A9C1D6-1003-D21B-58BA-1A677E15D8CD}"/>
          </ac:cxnSpMkLst>
        </pc:cxnChg>
        <pc:cxnChg chg="add mod">
          <ac:chgData name="Jenkins, James" userId="22dbd369-5602-45b9-bd4f-e278865c6247" providerId="ADAL" clId="{8DDE56CA-45B9-4108-B666-8A997AD81334}" dt="2026-02-18T19:37:06.181" v="4597" actId="13822"/>
          <ac:cxnSpMkLst>
            <pc:docMk/>
            <pc:sldMk cId="1572982302" sldId="267"/>
            <ac:cxnSpMk id="135" creationId="{3F824629-2C38-D8FB-D9EB-D7B91A3229FB}"/>
          </ac:cxnSpMkLst>
        </pc:cxnChg>
        <pc:cxnChg chg="add mod">
          <ac:chgData name="Jenkins, James" userId="22dbd369-5602-45b9-bd4f-e278865c6247" providerId="ADAL" clId="{8DDE56CA-45B9-4108-B666-8A997AD81334}" dt="2026-02-18T19:38:00.510" v="4608" actId="14100"/>
          <ac:cxnSpMkLst>
            <pc:docMk/>
            <pc:sldMk cId="1572982302" sldId="267"/>
            <ac:cxnSpMk id="137" creationId="{39F57D41-C7F0-B45F-F17E-2238F043266B}"/>
          </ac:cxnSpMkLst>
        </pc:cxnChg>
        <pc:cxnChg chg="add mod">
          <ac:chgData name="Jenkins, James" userId="22dbd369-5602-45b9-bd4f-e278865c6247" providerId="ADAL" clId="{8DDE56CA-45B9-4108-B666-8A997AD81334}" dt="2026-02-18T19:38:52.670" v="4625" actId="13822"/>
          <ac:cxnSpMkLst>
            <pc:docMk/>
            <pc:sldMk cId="1572982302" sldId="267"/>
            <ac:cxnSpMk id="145" creationId="{4927C4B1-767B-A76E-C980-7E7F0FDBF4FE}"/>
          </ac:cxnSpMkLst>
        </pc:cxnChg>
        <pc:cxnChg chg="add mod">
          <ac:chgData name="Jenkins, James" userId="22dbd369-5602-45b9-bd4f-e278865c6247" providerId="ADAL" clId="{8DDE56CA-45B9-4108-B666-8A997AD81334}" dt="2026-02-18T19:39:58.100" v="4638" actId="13822"/>
          <ac:cxnSpMkLst>
            <pc:docMk/>
            <pc:sldMk cId="1572982302" sldId="267"/>
            <ac:cxnSpMk id="150" creationId="{E7F677AC-D1CD-7500-997E-84BE15840C56}"/>
          </ac:cxnSpMkLst>
        </pc:cxnChg>
        <pc:cxnChg chg="add mod">
          <ac:chgData name="Jenkins, James" userId="22dbd369-5602-45b9-bd4f-e278865c6247" providerId="ADAL" clId="{8DDE56CA-45B9-4108-B666-8A997AD81334}" dt="2026-02-18T19:40:20.642" v="4640" actId="13822"/>
          <ac:cxnSpMkLst>
            <pc:docMk/>
            <pc:sldMk cId="1572982302" sldId="267"/>
            <ac:cxnSpMk id="152" creationId="{7BFFA32E-219D-6896-D041-8B29792F08DA}"/>
          </ac:cxnSpMkLst>
        </pc:cxn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06398" y="3797301"/>
            <a:ext cx="8229600" cy="1752600"/>
          </a:xfrm>
        </p:spPr>
        <p:txBody>
          <a:bodyPr anchor="t"/>
          <a:lstStyle>
            <a:lvl1pPr marL="0" indent="0" algn="l">
              <a:lnSpc>
                <a:spcPts val="2600"/>
              </a:lnSpc>
              <a:spcBef>
                <a:spcPts val="0"/>
              </a:spcBef>
              <a:spcAft>
                <a:spcPts val="0"/>
              </a:spcAft>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err="1"/>
              <a:t>Lorem</a:t>
            </a:r>
            <a:r>
              <a:rPr lang="en-US"/>
              <a:t> </a:t>
            </a:r>
            <a:r>
              <a:rPr lang="en-US" err="1"/>
              <a:t>ipsum</a:t>
            </a:r>
            <a:r>
              <a:rPr lang="en-US"/>
              <a:t>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Donec</a:t>
            </a:r>
            <a:r>
              <a:rPr lang="en-US"/>
              <a:t> </a:t>
            </a:r>
            <a:r>
              <a:rPr lang="en-US" err="1"/>
              <a:t>odio</a:t>
            </a:r>
            <a:r>
              <a:rPr lang="en-US"/>
              <a:t>. </a:t>
            </a:r>
            <a:r>
              <a:rPr lang="en-US" err="1"/>
              <a:t>Quisque</a:t>
            </a:r>
            <a:r>
              <a:rPr lang="en-US"/>
              <a:t> </a:t>
            </a:r>
            <a:r>
              <a:rPr lang="en-US" err="1"/>
              <a:t>volutpat</a:t>
            </a:r>
            <a:r>
              <a:rPr lang="en-US"/>
              <a:t> </a:t>
            </a:r>
            <a:r>
              <a:rPr lang="en-US" err="1"/>
              <a:t>mattis</a:t>
            </a:r>
            <a:r>
              <a:rPr lang="en-US"/>
              <a:t> </a:t>
            </a:r>
            <a:r>
              <a:rPr lang="en-US" err="1"/>
              <a:t>eros</a:t>
            </a:r>
            <a:r>
              <a:rPr lang="en-US"/>
              <a:t>. </a:t>
            </a:r>
            <a:r>
              <a:rPr lang="en-US" err="1"/>
              <a:t>Nullam</a:t>
            </a:r>
            <a:r>
              <a:rPr lang="en-US"/>
              <a:t> </a:t>
            </a:r>
            <a:r>
              <a:rPr lang="en-US" err="1"/>
              <a:t>malesuada</a:t>
            </a:r>
            <a:r>
              <a:rPr lang="en-US"/>
              <a:t> </a:t>
            </a:r>
            <a:r>
              <a:rPr lang="en-US" err="1"/>
              <a:t>erat</a:t>
            </a:r>
            <a:r>
              <a:rPr lang="en-US"/>
              <a:t> </a:t>
            </a:r>
            <a:r>
              <a:rPr lang="en-US" err="1"/>
              <a:t>ut</a:t>
            </a:r>
            <a:r>
              <a:rPr lang="en-US"/>
              <a:t> </a:t>
            </a:r>
            <a:r>
              <a:rPr lang="en-US" err="1"/>
              <a:t>turpis</a:t>
            </a:r>
            <a:r>
              <a:rPr lang="en-US"/>
              <a:t>. </a:t>
            </a:r>
            <a:r>
              <a:rPr lang="en-US" err="1"/>
              <a:t>Suspendisse</a:t>
            </a:r>
            <a:r>
              <a:rPr lang="en-US"/>
              <a:t> </a:t>
            </a:r>
            <a:r>
              <a:rPr lang="en-US" err="1"/>
              <a:t>urna</a:t>
            </a:r>
            <a:r>
              <a:rPr lang="en-US"/>
              <a:t> </a:t>
            </a:r>
            <a:r>
              <a:rPr lang="en-US" err="1"/>
              <a:t>nibh</a:t>
            </a:r>
            <a:r>
              <a:rPr lang="en-US"/>
              <a:t>, </a:t>
            </a:r>
            <a:r>
              <a:rPr lang="en-US" err="1"/>
              <a:t>viverra</a:t>
            </a:r>
            <a:r>
              <a:rPr lang="en-US"/>
              <a:t> non, </a:t>
            </a:r>
            <a:r>
              <a:rPr lang="en-US" err="1"/>
              <a:t>semper</a:t>
            </a:r>
            <a:r>
              <a:rPr lang="en-US"/>
              <a:t> </a:t>
            </a:r>
            <a:r>
              <a:rPr lang="en-US" err="1"/>
              <a:t>suscipit</a:t>
            </a:r>
            <a:r>
              <a:rPr lang="en-US"/>
              <a:t>, </a:t>
            </a:r>
            <a:r>
              <a:rPr lang="en-US" err="1"/>
              <a:t>posuere</a:t>
            </a:r>
            <a:r>
              <a:rPr lang="en-US"/>
              <a:t> a, </a:t>
            </a:r>
            <a:r>
              <a:rPr lang="en-US" err="1"/>
              <a:t>pede</a:t>
            </a:r>
            <a:r>
              <a:rPr lang="en-US"/>
              <a:t>.</a:t>
            </a:r>
          </a:p>
        </p:txBody>
      </p:sp>
      <p:sp>
        <p:nvSpPr>
          <p:cNvPr id="4" name="Date Placeholder 3"/>
          <p:cNvSpPr>
            <a:spLocks noGrp="1"/>
          </p:cNvSpPr>
          <p:nvPr>
            <p:ph type="dt" sz="half" idx="10"/>
          </p:nvPr>
        </p:nvSpPr>
        <p:spPr>
          <a:xfrm>
            <a:off x="406398" y="6356350"/>
            <a:ext cx="2133600" cy="365125"/>
          </a:xfrm>
          <a:prstGeom prst="rect">
            <a:avLst/>
          </a:prstGeom>
        </p:spPr>
        <p:txBody>
          <a:bodyPr anchor="b"/>
          <a:lstStyle>
            <a:lvl1pPr algn="l">
              <a:defRPr sz="1100">
                <a:solidFill>
                  <a:schemeClr val="bg1"/>
                </a:solidFill>
              </a:defRPr>
            </a:lvl1pPr>
          </a:lstStyle>
          <a:p>
            <a:fld id="{E4978A72-3819-9C4B-963D-D266A564110A}" type="datetimeFigureOut">
              <a:rPr lang="en-US" smtClean="0"/>
              <a:pPr/>
              <a:t>2/18/2026</a:t>
            </a:fld>
            <a:endParaRPr lang="en-US"/>
          </a:p>
        </p:txBody>
      </p:sp>
      <p:sp>
        <p:nvSpPr>
          <p:cNvPr id="6" name="Slide Number Placeholder 5"/>
          <p:cNvSpPr>
            <a:spLocks noGrp="1"/>
          </p:cNvSpPr>
          <p:nvPr>
            <p:ph type="sldNum" sz="quarter" idx="12"/>
          </p:nvPr>
        </p:nvSpPr>
        <p:spPr>
          <a:xfrm>
            <a:off x="6705600" y="435508"/>
            <a:ext cx="2133600" cy="365125"/>
          </a:xfrm>
          <a:prstGeom prst="rect">
            <a:avLst/>
          </a:prstGeom>
        </p:spPr>
        <p:txBody>
          <a:bodyPr anchor="t"/>
          <a:lstStyle>
            <a:lvl1pPr algn="r">
              <a:defRPr>
                <a:solidFill>
                  <a:srgbClr val="5F6060"/>
                </a:solidFill>
              </a:defRPr>
            </a:lvl1pPr>
          </a:lstStyle>
          <a:p>
            <a:fld id="{55C8E9BC-F14A-C846-9E8B-DBB79435DFA3}" type="slidenum">
              <a:rPr lang="en-US" smtClean="0"/>
              <a:pPr/>
              <a:t>‹#›</a:t>
            </a:fld>
            <a:endParaRPr lang="en-US"/>
          </a:p>
        </p:txBody>
      </p:sp>
      <p:sp>
        <p:nvSpPr>
          <p:cNvPr id="7" name="Title Placeholder 1"/>
          <p:cNvSpPr>
            <a:spLocks noGrp="1"/>
          </p:cNvSpPr>
          <p:nvPr>
            <p:ph type="title"/>
          </p:nvPr>
        </p:nvSpPr>
        <p:spPr>
          <a:xfrm>
            <a:off x="406398" y="2698513"/>
            <a:ext cx="8229600" cy="1143000"/>
          </a:xfrm>
          <a:prstGeom prst="rect">
            <a:avLst/>
          </a:prstGeom>
        </p:spPr>
        <p:txBody>
          <a:bodyPr vert="horz" lIns="91440" tIns="45720" rIns="91440" bIns="45720" rtlCol="0" anchor="b">
            <a:normAutofit/>
          </a:bodyPr>
          <a:lstStyle/>
          <a:p>
            <a:r>
              <a:rPr lang="en-US"/>
              <a:t>Master text style.</a:t>
            </a:r>
          </a:p>
        </p:txBody>
      </p:sp>
      <p:sp>
        <p:nvSpPr>
          <p:cNvPr id="2" name="Rectangle 1">
            <a:extLst>
              <a:ext uri="{FF2B5EF4-FFF2-40B4-BE49-F238E27FC236}">
                <a16:creationId xmlns:a16="http://schemas.microsoft.com/office/drawing/2014/main" id="{35374FE7-FA3B-7C49-9842-E0CC394A43B2}"/>
              </a:ext>
            </a:extLst>
          </p:cNvPr>
          <p:cNvSpPr/>
          <p:nvPr userDrawn="1"/>
        </p:nvSpPr>
        <p:spPr>
          <a:xfrm>
            <a:off x="192546" y="300638"/>
            <a:ext cx="3347884" cy="13789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88351EB-505D-3348-AB76-1BB3FE17AC9C}"/>
              </a:ext>
            </a:extLst>
          </p:cNvPr>
          <p:cNvPicPr>
            <a:picLocks noChangeAspect="1"/>
          </p:cNvPicPr>
          <p:nvPr userDrawn="1"/>
        </p:nvPicPr>
        <p:blipFill>
          <a:blip r:embed="rId3"/>
          <a:stretch>
            <a:fillRect/>
          </a:stretch>
        </p:blipFill>
        <p:spPr>
          <a:xfrm>
            <a:off x="-2842847" y="-2738574"/>
            <a:ext cx="8831298" cy="6824185"/>
          </a:xfrm>
          <a:prstGeom prst="rect">
            <a:avLst/>
          </a:prstGeom>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4865" y="1645478"/>
            <a:ext cx="8229600" cy="744754"/>
          </a:xfrm>
        </p:spPr>
        <p:txBody>
          <a:bodyPr>
            <a:normAutofit/>
          </a:bodyPr>
          <a:lstStyle>
            <a:lvl1pPr>
              <a:defRPr sz="3200" baseline="0">
                <a:solidFill>
                  <a:srgbClr val="E31837"/>
                </a:solidFill>
              </a:defRPr>
            </a:lvl1pPr>
          </a:lstStyle>
          <a:p>
            <a:r>
              <a:rPr lang="en-US"/>
              <a:t>Click to edit Master title style</a:t>
            </a:r>
          </a:p>
        </p:txBody>
      </p:sp>
      <p:sp>
        <p:nvSpPr>
          <p:cNvPr id="3" name="Content Placeholder 2"/>
          <p:cNvSpPr>
            <a:spLocks noGrp="1"/>
          </p:cNvSpPr>
          <p:nvPr>
            <p:ph idx="1"/>
          </p:nvPr>
        </p:nvSpPr>
        <p:spPr>
          <a:xfrm>
            <a:off x="414865" y="2400974"/>
            <a:ext cx="8229600" cy="3466425"/>
          </a:xfrm>
        </p:spPr>
        <p:txBody>
          <a:bodyPr/>
          <a:lstStyle>
            <a:lvl1pPr>
              <a:defRPr>
                <a:solidFill>
                  <a:srgbClr val="5F6060"/>
                </a:solidFill>
              </a:defRPr>
            </a:lvl1pPr>
            <a:lvl2pPr>
              <a:defRPr>
                <a:solidFill>
                  <a:srgbClr val="5F6060"/>
                </a:solidFill>
              </a:defRPr>
            </a:lvl2pPr>
            <a:lvl3pPr>
              <a:defRPr>
                <a:solidFill>
                  <a:srgbClr val="5F6060"/>
                </a:solidFill>
              </a:defRPr>
            </a:lvl3pPr>
            <a:lvl4pPr>
              <a:defRPr>
                <a:solidFill>
                  <a:srgbClr val="5F6060"/>
                </a:solidFill>
              </a:defRPr>
            </a:lvl4pPr>
            <a:lvl5pPr>
              <a:defRPr>
                <a:solidFill>
                  <a:srgbClr val="5F6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12"/>
          </p:nvPr>
        </p:nvSpPr>
        <p:spPr>
          <a:xfrm>
            <a:off x="6705600" y="435508"/>
            <a:ext cx="2133600" cy="365125"/>
          </a:xfrm>
          <a:prstGeom prst="rect">
            <a:avLst/>
          </a:prstGeom>
        </p:spPr>
        <p:txBody>
          <a:bodyPr anchor="t"/>
          <a:lstStyle>
            <a:lvl1pPr algn="r">
              <a:defRPr>
                <a:solidFill>
                  <a:srgbClr val="5F6060"/>
                </a:solidFill>
              </a:defRPr>
            </a:lvl1pPr>
          </a:lstStyle>
          <a:p>
            <a:fld id="{55C8E9BC-F14A-C846-9E8B-DBB79435DFA3}" type="slidenum">
              <a:rPr lang="en-US" smtClean="0"/>
              <a:pPr/>
              <a:t>‹#›</a:t>
            </a:fld>
            <a:endParaRPr lang="en-US"/>
          </a:p>
        </p:txBody>
      </p:sp>
      <p:sp>
        <p:nvSpPr>
          <p:cNvPr id="4" name="Rectangle 3">
            <a:extLst>
              <a:ext uri="{FF2B5EF4-FFF2-40B4-BE49-F238E27FC236}">
                <a16:creationId xmlns:a16="http://schemas.microsoft.com/office/drawing/2014/main" id="{33D3B931-6DCF-9049-A946-C1130AF68D77}"/>
              </a:ext>
            </a:extLst>
          </p:cNvPr>
          <p:cNvSpPr/>
          <p:nvPr userDrawn="1"/>
        </p:nvSpPr>
        <p:spPr>
          <a:xfrm>
            <a:off x="0" y="294683"/>
            <a:ext cx="5184825" cy="120227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5E02252E-2E0C-6645-876E-B4A6D3DA758F}"/>
              </a:ext>
            </a:extLst>
          </p:cNvPr>
          <p:cNvPicPr>
            <a:picLocks noChangeAspect="1"/>
          </p:cNvPicPr>
          <p:nvPr userDrawn="1"/>
        </p:nvPicPr>
        <p:blipFill>
          <a:blip r:embed="rId3"/>
          <a:stretch>
            <a:fillRect/>
          </a:stretch>
        </p:blipFill>
        <p:spPr>
          <a:xfrm>
            <a:off x="-2439365" y="-2430960"/>
            <a:ext cx="8440466" cy="652217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777181"/>
            <a:ext cx="7772400" cy="801790"/>
          </a:xfrm>
        </p:spPr>
        <p:txBody>
          <a:bodyPr anchor="b">
            <a:normAutofit/>
          </a:bodyPr>
          <a:lstStyle>
            <a:lvl1pPr algn="l">
              <a:defRPr sz="3200" b="0" cap="none">
                <a:solidFill>
                  <a:srgbClr val="E31837"/>
                </a:solidFill>
              </a:defRPr>
            </a:lvl1pPr>
          </a:lstStyle>
          <a:p>
            <a:r>
              <a:rPr lang="en-US"/>
              <a:t>Click to edit Master title style</a:t>
            </a:r>
          </a:p>
        </p:txBody>
      </p:sp>
      <p:sp>
        <p:nvSpPr>
          <p:cNvPr id="3" name="Text Placeholder 2"/>
          <p:cNvSpPr>
            <a:spLocks noGrp="1"/>
          </p:cNvSpPr>
          <p:nvPr>
            <p:ph type="body" idx="1"/>
          </p:nvPr>
        </p:nvSpPr>
        <p:spPr>
          <a:xfrm>
            <a:off x="722313" y="2652713"/>
            <a:ext cx="7772400" cy="3163887"/>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Slide Number Placeholder 5"/>
          <p:cNvSpPr>
            <a:spLocks noGrp="1"/>
          </p:cNvSpPr>
          <p:nvPr>
            <p:ph type="sldNum" sz="quarter" idx="12"/>
          </p:nvPr>
        </p:nvSpPr>
        <p:spPr>
          <a:xfrm>
            <a:off x="6705600" y="435508"/>
            <a:ext cx="2133600" cy="365125"/>
          </a:xfrm>
          <a:prstGeom prst="rect">
            <a:avLst/>
          </a:prstGeom>
        </p:spPr>
        <p:txBody>
          <a:bodyPr anchor="t"/>
          <a:lstStyle>
            <a:lvl1pPr algn="r">
              <a:defRPr>
                <a:solidFill>
                  <a:srgbClr val="5F6060"/>
                </a:solidFill>
              </a:defRPr>
            </a:lvl1pPr>
          </a:lstStyle>
          <a:p>
            <a:fld id="{55C8E9BC-F14A-C846-9E8B-DBB79435DFA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565380"/>
            <a:ext cx="4038600" cy="4432299"/>
          </a:xfrm>
        </p:spPr>
        <p:txBody>
          <a:bodyPr>
            <a:normAutofit/>
          </a:bodyPr>
          <a:lstStyle>
            <a:lvl1pPr>
              <a:defRPr sz="1800">
                <a:solidFill>
                  <a:srgbClr val="5F6060"/>
                </a:solidFill>
              </a:defRPr>
            </a:lvl1pPr>
            <a:lvl2pPr>
              <a:defRPr sz="1800">
                <a:solidFill>
                  <a:srgbClr val="5F6060"/>
                </a:solidFill>
              </a:defRPr>
            </a:lvl2pPr>
            <a:lvl3pPr>
              <a:defRPr sz="1800">
                <a:solidFill>
                  <a:srgbClr val="5F6060"/>
                </a:solidFill>
              </a:defRPr>
            </a:lvl3pPr>
            <a:lvl4pPr>
              <a:defRPr sz="1800">
                <a:solidFill>
                  <a:srgbClr val="5F6060"/>
                </a:solidFill>
              </a:defRPr>
            </a:lvl4pPr>
            <a:lvl5pPr>
              <a:defRPr sz="1800">
                <a:solidFill>
                  <a:srgbClr val="5F606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65380"/>
            <a:ext cx="4038600" cy="4432299"/>
          </a:xfrm>
        </p:spPr>
        <p:txBody>
          <a:bodyPr>
            <a:normAutofit/>
          </a:bodyPr>
          <a:lstStyle>
            <a:lvl1pPr>
              <a:defRPr sz="1800">
                <a:solidFill>
                  <a:srgbClr val="5F6060"/>
                </a:solidFill>
              </a:defRPr>
            </a:lvl1pPr>
            <a:lvl2pPr>
              <a:defRPr sz="1800">
                <a:solidFill>
                  <a:srgbClr val="5F6060"/>
                </a:solidFill>
              </a:defRPr>
            </a:lvl2pPr>
            <a:lvl3pPr>
              <a:defRPr sz="1800">
                <a:solidFill>
                  <a:srgbClr val="5F6060"/>
                </a:solidFill>
              </a:defRPr>
            </a:lvl3pPr>
            <a:lvl4pPr>
              <a:defRPr sz="1800">
                <a:solidFill>
                  <a:srgbClr val="5F6060"/>
                </a:solidFill>
              </a:defRPr>
            </a:lvl4pPr>
            <a:lvl5pPr>
              <a:defRPr sz="1800">
                <a:solidFill>
                  <a:srgbClr val="5F606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p:cNvSpPr>
            <a:spLocks noGrp="1"/>
          </p:cNvSpPr>
          <p:nvPr>
            <p:ph type="sldNum" sz="quarter" idx="12"/>
          </p:nvPr>
        </p:nvSpPr>
        <p:spPr>
          <a:xfrm>
            <a:off x="6705600" y="435508"/>
            <a:ext cx="2133600" cy="365125"/>
          </a:xfrm>
          <a:prstGeom prst="rect">
            <a:avLst/>
          </a:prstGeom>
        </p:spPr>
        <p:txBody>
          <a:bodyPr anchor="t"/>
          <a:lstStyle>
            <a:lvl1pPr algn="r">
              <a:defRPr>
                <a:solidFill>
                  <a:srgbClr val="5F6060"/>
                </a:solidFill>
              </a:defRPr>
            </a:lvl1pPr>
          </a:lstStyle>
          <a:p>
            <a:fld id="{55C8E9BC-F14A-C846-9E8B-DBB79435DFA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09636"/>
            <a:ext cx="4040188" cy="639762"/>
          </a:xfrm>
        </p:spPr>
        <p:txBody>
          <a:bodyPr anchor="b"/>
          <a:lstStyle>
            <a:lvl1pPr marL="0" indent="0">
              <a:buNone/>
              <a:defRPr sz="2400" b="0">
                <a:solidFill>
                  <a:srgbClr val="E31837"/>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49398"/>
            <a:ext cx="4040188" cy="3895725"/>
          </a:xfrm>
        </p:spPr>
        <p:txBody>
          <a:bodyPr>
            <a:normAutofit/>
          </a:bodyPr>
          <a:lstStyle>
            <a:lvl1pPr>
              <a:defRPr sz="1800">
                <a:solidFill>
                  <a:srgbClr val="5F6060"/>
                </a:solidFill>
              </a:defRPr>
            </a:lvl1pPr>
            <a:lvl2pPr>
              <a:defRPr sz="1800">
                <a:solidFill>
                  <a:srgbClr val="5F6060"/>
                </a:solidFill>
              </a:defRPr>
            </a:lvl2pPr>
            <a:lvl3pPr>
              <a:defRPr sz="1800">
                <a:solidFill>
                  <a:srgbClr val="5F6060"/>
                </a:solidFill>
              </a:defRPr>
            </a:lvl3pPr>
            <a:lvl4pPr>
              <a:defRPr sz="1800">
                <a:solidFill>
                  <a:srgbClr val="5F6060"/>
                </a:solidFill>
              </a:defRPr>
            </a:lvl4pPr>
            <a:lvl5pPr>
              <a:defRPr sz="1800">
                <a:solidFill>
                  <a:srgbClr val="5F6060"/>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709636"/>
            <a:ext cx="4041775" cy="639762"/>
          </a:xfrm>
        </p:spPr>
        <p:txBody>
          <a:bodyPr anchor="b"/>
          <a:lstStyle>
            <a:lvl1pPr marL="0" indent="0">
              <a:buNone/>
              <a:defRPr sz="2400" b="0">
                <a:solidFill>
                  <a:srgbClr val="E31837"/>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49398"/>
            <a:ext cx="4041775" cy="3895725"/>
          </a:xfrm>
        </p:spPr>
        <p:txBody>
          <a:bodyPr>
            <a:normAutofit/>
          </a:bodyPr>
          <a:lstStyle>
            <a:lvl1pPr>
              <a:defRPr sz="1800">
                <a:solidFill>
                  <a:srgbClr val="5F6060"/>
                </a:solidFill>
              </a:defRPr>
            </a:lvl1pPr>
            <a:lvl2pPr>
              <a:defRPr sz="1800">
                <a:solidFill>
                  <a:srgbClr val="5F6060"/>
                </a:solidFill>
              </a:defRPr>
            </a:lvl2pPr>
            <a:lvl3pPr>
              <a:defRPr sz="1800">
                <a:solidFill>
                  <a:srgbClr val="5F6060"/>
                </a:solidFill>
              </a:defRPr>
            </a:lvl3pPr>
            <a:lvl4pPr>
              <a:defRPr sz="1800">
                <a:solidFill>
                  <a:srgbClr val="5F6060"/>
                </a:solidFill>
              </a:defRPr>
            </a:lvl4pPr>
            <a:lvl5pPr>
              <a:defRPr sz="1800">
                <a:solidFill>
                  <a:srgbClr val="5F6060"/>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p:cNvSpPr txBox="1">
            <a:spLocks/>
          </p:cNvSpPr>
          <p:nvPr userDrawn="1"/>
        </p:nvSpPr>
        <p:spPr>
          <a:xfrm>
            <a:off x="6705600" y="435508"/>
            <a:ext cx="2133600" cy="365125"/>
          </a:xfrm>
          <a:prstGeom prst="rect">
            <a:avLst/>
          </a:prstGeom>
        </p:spPr>
        <p:txBody>
          <a:bodyPr anchor="t"/>
          <a:lstStyle>
            <a:lvl1pPr algn="r">
              <a:defRPr>
                <a:solidFill>
                  <a:srgbClr val="5F6060"/>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55C8E9BC-F14A-C846-9E8B-DBB79435DFA3}" type="slidenum">
              <a:rPr kumimoji="0" lang="en-US" sz="1800" b="0" i="0" u="none" strike="noStrike" kern="1200" cap="none" spc="0" normalizeH="0" baseline="0" noProof="0" smtClean="0">
                <a:ln>
                  <a:noFill/>
                </a:ln>
                <a:solidFill>
                  <a:srgbClr val="5F6060"/>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srgbClr val="5F6060"/>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4865" y="2414616"/>
            <a:ext cx="8229600" cy="1143000"/>
          </a:xfrm>
        </p:spPr>
        <p:txBody>
          <a:bodyPr>
            <a:normAutofit/>
          </a:bodyPr>
          <a:lstStyle>
            <a:lvl1pPr algn="ctr">
              <a:defRPr sz="3200">
                <a:solidFill>
                  <a:srgbClr val="E31837"/>
                </a:solidFill>
              </a:defRPr>
            </a:lvl1pPr>
          </a:lstStyle>
          <a:p>
            <a:r>
              <a:rPr lang="en-US"/>
              <a:t>Click to edit Master title style</a:t>
            </a:r>
          </a:p>
        </p:txBody>
      </p:sp>
      <p:sp>
        <p:nvSpPr>
          <p:cNvPr id="6" name="Slide Number Placeholder 5"/>
          <p:cNvSpPr>
            <a:spLocks noGrp="1"/>
          </p:cNvSpPr>
          <p:nvPr>
            <p:ph type="sldNum" sz="quarter" idx="12"/>
          </p:nvPr>
        </p:nvSpPr>
        <p:spPr>
          <a:xfrm>
            <a:off x="6705600" y="435508"/>
            <a:ext cx="2133600" cy="365125"/>
          </a:xfrm>
          <a:prstGeom prst="rect">
            <a:avLst/>
          </a:prstGeom>
        </p:spPr>
        <p:txBody>
          <a:bodyPr anchor="t"/>
          <a:lstStyle>
            <a:lvl1pPr algn="r">
              <a:defRPr>
                <a:solidFill>
                  <a:srgbClr val="5F6060"/>
                </a:solidFill>
              </a:defRPr>
            </a:lvl1pPr>
          </a:lstStyle>
          <a:p>
            <a:fld id="{55C8E9BC-F14A-C846-9E8B-DBB79435DFA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1">
          <a:blip r:embed="rId2"/>
          <a:stretch>
            <a:fillRect/>
          </a:stretch>
        </a:blipFill>
        <a:effectLst/>
      </p:bgPr>
    </p:bg>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a:xfrm>
            <a:off x="6705600" y="435508"/>
            <a:ext cx="2133600" cy="365125"/>
          </a:xfrm>
          <a:prstGeom prst="rect">
            <a:avLst/>
          </a:prstGeom>
        </p:spPr>
        <p:txBody>
          <a:bodyPr anchor="t"/>
          <a:lstStyle>
            <a:lvl1pPr algn="r">
              <a:defRPr>
                <a:solidFill>
                  <a:srgbClr val="5F6060"/>
                </a:solidFill>
              </a:defRPr>
            </a:lvl1pPr>
          </a:lstStyle>
          <a:p>
            <a:fld id="{55C8E9BC-F14A-C846-9E8B-DBB79435DFA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685617"/>
            <a:ext cx="3008313" cy="1162050"/>
          </a:xfrm>
        </p:spPr>
        <p:txBody>
          <a:bodyPr anchor="b"/>
          <a:lstStyle>
            <a:lvl1pPr algn="l">
              <a:defRPr sz="2000" b="0">
                <a:solidFill>
                  <a:srgbClr val="E31837"/>
                </a:solidFill>
              </a:defRPr>
            </a:lvl1pPr>
          </a:lstStyle>
          <a:p>
            <a:r>
              <a:rPr lang="en-US"/>
              <a:t>Click to edit Master title style</a:t>
            </a:r>
          </a:p>
        </p:txBody>
      </p:sp>
      <p:sp>
        <p:nvSpPr>
          <p:cNvPr id="3" name="Content Placeholder 2"/>
          <p:cNvSpPr>
            <a:spLocks noGrp="1"/>
          </p:cNvSpPr>
          <p:nvPr>
            <p:ph idx="1"/>
          </p:nvPr>
        </p:nvSpPr>
        <p:spPr>
          <a:xfrm>
            <a:off x="3575050" y="1685617"/>
            <a:ext cx="5111750" cy="46799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847668"/>
            <a:ext cx="3008313" cy="3517898"/>
          </a:xfrm>
        </p:spPr>
        <p:txBody>
          <a:bodyPr>
            <a:normAutofit/>
          </a:bodyPr>
          <a:lstStyle>
            <a:lvl1pPr marL="0" indent="0">
              <a:buNone/>
              <a:defRPr sz="1800">
                <a:solidFill>
                  <a:srgbClr val="5F606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Slide Number Placeholder 5"/>
          <p:cNvSpPr>
            <a:spLocks noGrp="1"/>
          </p:cNvSpPr>
          <p:nvPr>
            <p:ph type="sldNum" sz="quarter" idx="12"/>
          </p:nvPr>
        </p:nvSpPr>
        <p:spPr>
          <a:xfrm>
            <a:off x="6705600" y="435508"/>
            <a:ext cx="2133600" cy="365125"/>
          </a:xfrm>
          <a:prstGeom prst="rect">
            <a:avLst/>
          </a:prstGeom>
        </p:spPr>
        <p:txBody>
          <a:bodyPr anchor="t"/>
          <a:lstStyle>
            <a:lvl1pPr algn="r">
              <a:defRPr>
                <a:solidFill>
                  <a:srgbClr val="5F6060"/>
                </a:solidFill>
              </a:defRPr>
            </a:lvl1pPr>
          </a:lstStyle>
          <a:p>
            <a:fld id="{55C8E9BC-F14A-C846-9E8B-DBB79435DFA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5272548"/>
            <a:ext cx="5486400" cy="566738"/>
          </a:xfrm>
        </p:spPr>
        <p:txBody>
          <a:bodyPr anchor="b"/>
          <a:lstStyle>
            <a:lvl1pPr algn="l">
              <a:defRPr sz="2000" b="0">
                <a:solidFill>
                  <a:srgbClr val="E31837"/>
                </a:solidFill>
              </a:defRPr>
            </a:lvl1pPr>
          </a:lstStyle>
          <a:p>
            <a:r>
              <a:rPr lang="en-US"/>
              <a:t>Click to edit Master title style</a:t>
            </a:r>
          </a:p>
        </p:txBody>
      </p:sp>
      <p:sp>
        <p:nvSpPr>
          <p:cNvPr id="3" name="Picture Placeholder 2"/>
          <p:cNvSpPr>
            <a:spLocks noGrp="1"/>
          </p:cNvSpPr>
          <p:nvPr>
            <p:ph type="pic" idx="1"/>
          </p:nvPr>
        </p:nvSpPr>
        <p:spPr>
          <a:xfrm>
            <a:off x="1792288" y="1716547"/>
            <a:ext cx="5486400" cy="34829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839286"/>
            <a:ext cx="5486400" cy="804862"/>
          </a:xfrm>
        </p:spPr>
        <p:txBody>
          <a:bodyPr>
            <a:normAutofit/>
          </a:bodyPr>
          <a:lstStyle>
            <a:lvl1pPr marL="0" indent="0">
              <a:buNone/>
              <a:defRPr sz="1800">
                <a:solidFill>
                  <a:srgbClr val="5F606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Slide Number Placeholder 5"/>
          <p:cNvSpPr>
            <a:spLocks noGrp="1"/>
          </p:cNvSpPr>
          <p:nvPr>
            <p:ph type="sldNum" sz="quarter" idx="12"/>
          </p:nvPr>
        </p:nvSpPr>
        <p:spPr>
          <a:xfrm>
            <a:off x="6705600" y="435508"/>
            <a:ext cx="2133600" cy="365125"/>
          </a:xfrm>
          <a:prstGeom prst="rect">
            <a:avLst/>
          </a:prstGeom>
        </p:spPr>
        <p:txBody>
          <a:bodyPr anchor="t"/>
          <a:lstStyle>
            <a:lvl1pPr algn="r">
              <a:defRPr>
                <a:solidFill>
                  <a:srgbClr val="5F6060"/>
                </a:solidFill>
              </a:defRPr>
            </a:lvl1pPr>
          </a:lstStyle>
          <a:p>
            <a:fld id="{55C8E9BC-F14A-C846-9E8B-DBB79435DFA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4865" y="1651818"/>
            <a:ext cx="8229600" cy="839817"/>
          </a:xfrm>
        </p:spPr>
        <p:txBody>
          <a:bodyPr>
            <a:normAutofit/>
          </a:bodyPr>
          <a:lstStyle>
            <a:lvl1pPr>
              <a:defRPr sz="3200">
                <a:solidFill>
                  <a:srgbClr val="E31837"/>
                </a:solidFill>
              </a:defRPr>
            </a:lvl1pPr>
          </a:lstStyle>
          <a:p>
            <a:r>
              <a:rPr lang="en-US"/>
              <a:t>Click to edit Master title styles.</a:t>
            </a:r>
          </a:p>
        </p:txBody>
      </p:sp>
      <p:sp>
        <p:nvSpPr>
          <p:cNvPr id="3" name="Vertical Text Placeholder 2"/>
          <p:cNvSpPr>
            <a:spLocks noGrp="1"/>
          </p:cNvSpPr>
          <p:nvPr>
            <p:ph type="body" orient="vert" idx="1"/>
          </p:nvPr>
        </p:nvSpPr>
        <p:spPr>
          <a:xfrm>
            <a:off x="414865" y="2440016"/>
            <a:ext cx="8229600" cy="3401984"/>
          </a:xfrm>
        </p:spPr>
        <p:txBody>
          <a:bodyPr vert="eaVert">
            <a:normAutofit/>
          </a:bodyPr>
          <a:lstStyle>
            <a:lvl1pPr>
              <a:defRPr sz="1800">
                <a:solidFill>
                  <a:srgbClr val="5F6060"/>
                </a:solidFill>
              </a:defRPr>
            </a:lvl1pPr>
            <a:lvl2pPr>
              <a:defRPr sz="1800">
                <a:solidFill>
                  <a:srgbClr val="5F6060"/>
                </a:solidFill>
              </a:defRPr>
            </a:lvl2pPr>
            <a:lvl3pPr>
              <a:defRPr sz="1800">
                <a:solidFill>
                  <a:srgbClr val="5F6060"/>
                </a:solidFill>
              </a:defRPr>
            </a:lvl3pPr>
            <a:lvl4pPr>
              <a:defRPr sz="1800">
                <a:solidFill>
                  <a:srgbClr val="5F6060"/>
                </a:solidFill>
              </a:defRPr>
            </a:lvl4pPr>
            <a:lvl5pPr>
              <a:defRPr sz="1800">
                <a:solidFill>
                  <a:srgbClr val="5F606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5"/>
          <p:cNvSpPr>
            <a:spLocks noGrp="1"/>
          </p:cNvSpPr>
          <p:nvPr>
            <p:ph type="sldNum" sz="quarter" idx="12"/>
          </p:nvPr>
        </p:nvSpPr>
        <p:spPr>
          <a:xfrm>
            <a:off x="6705600" y="435508"/>
            <a:ext cx="2133600" cy="365125"/>
          </a:xfrm>
          <a:prstGeom prst="rect">
            <a:avLst/>
          </a:prstGeom>
        </p:spPr>
        <p:txBody>
          <a:bodyPr anchor="t"/>
          <a:lstStyle>
            <a:lvl1pPr algn="r">
              <a:defRPr>
                <a:solidFill>
                  <a:srgbClr val="5F6060"/>
                </a:solidFill>
              </a:defRPr>
            </a:lvl1pPr>
          </a:lstStyle>
          <a:p>
            <a:fld id="{55C8E9BC-F14A-C846-9E8B-DBB79435DFA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4865" y="2668616"/>
            <a:ext cx="8229600" cy="1143000"/>
          </a:xfrm>
          <a:prstGeom prst="rect">
            <a:avLst/>
          </a:prstGeom>
        </p:spPr>
        <p:txBody>
          <a:bodyPr vert="horz" lIns="91440" tIns="45720" rIns="91440" bIns="45720" rtlCol="0" anchor="b">
            <a:normAutofit/>
          </a:bodyPr>
          <a:lstStyle/>
          <a:p>
            <a:r>
              <a:rPr lang="en-US"/>
              <a:t>Master text style.</a:t>
            </a:r>
          </a:p>
        </p:txBody>
      </p:sp>
      <p:sp>
        <p:nvSpPr>
          <p:cNvPr id="3" name="Text Placeholder 2"/>
          <p:cNvSpPr>
            <a:spLocks noGrp="1"/>
          </p:cNvSpPr>
          <p:nvPr>
            <p:ph type="body" idx="1"/>
          </p:nvPr>
        </p:nvSpPr>
        <p:spPr>
          <a:xfrm>
            <a:off x="414865" y="3811617"/>
            <a:ext cx="8229600" cy="24494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C0C5D35-318E-E141-B71A-47071FF0A46C}"/>
              </a:ext>
            </a:extLst>
          </p:cNvPr>
          <p:cNvSpPr/>
          <p:nvPr userDrawn="1"/>
        </p:nvSpPr>
        <p:spPr>
          <a:xfrm>
            <a:off x="213852" y="243348"/>
            <a:ext cx="3141406" cy="126836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9398D67-1312-3640-A8EF-0900E91F1E24}"/>
              </a:ext>
            </a:extLst>
          </p:cNvPr>
          <p:cNvPicPr>
            <a:picLocks noChangeAspect="1"/>
          </p:cNvPicPr>
          <p:nvPr userDrawn="1"/>
        </p:nvPicPr>
        <p:blipFill>
          <a:blip r:embed="rId13"/>
          <a:stretch>
            <a:fillRect/>
          </a:stretch>
        </p:blipFill>
        <p:spPr>
          <a:xfrm>
            <a:off x="-2513108" y="-2502922"/>
            <a:ext cx="8595325" cy="664184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457200" rtl="0" eaLnBrk="1" latinLnBrk="0" hangingPunct="1">
        <a:spcBef>
          <a:spcPct val="0"/>
        </a:spcBef>
        <a:buNone/>
        <a:defRPr sz="3600" kern="1200">
          <a:solidFill>
            <a:schemeClr val="bg1"/>
          </a:solidFill>
          <a:latin typeface="Georgia"/>
          <a:ea typeface="+mj-ea"/>
          <a:cs typeface="Georgia"/>
        </a:defRPr>
      </a:lvl1pPr>
    </p:titleStyle>
    <p:bodyStyle>
      <a:lvl1pPr marL="342900" indent="-342900" algn="l" defTabSz="457200" rtl="0" eaLnBrk="1" latinLnBrk="0" hangingPunct="1">
        <a:spcBef>
          <a:spcPct val="20000"/>
        </a:spcBef>
        <a:buFont typeface="Arial"/>
        <a:buNone/>
        <a:defRPr sz="1800" kern="120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EECE 682 – Advanced Digital IC Design</a:t>
            </a:r>
          </a:p>
          <a:p>
            <a:r>
              <a:rPr lang="en-US" dirty="0"/>
              <a:t>Instructor: Muhammad Khan, PhD</a:t>
            </a:r>
          </a:p>
          <a:p>
            <a:endParaRPr lang="en-US" dirty="0"/>
          </a:p>
          <a:p>
            <a:r>
              <a:rPr lang="en-US" dirty="0"/>
              <a:t>Students: James Jenkins, Jeff </a:t>
            </a:r>
            <a:r>
              <a:rPr lang="en-US" dirty="0" err="1"/>
              <a:t>Allo</a:t>
            </a:r>
            <a:r>
              <a:rPr lang="en-US" dirty="0"/>
              <a:t>, Anthony Berry, Olusegun </a:t>
            </a:r>
            <a:r>
              <a:rPr lang="en-US" dirty="0" err="1"/>
              <a:t>Alofabi</a:t>
            </a:r>
            <a:r>
              <a:rPr lang="en-US" dirty="0"/>
              <a:t>, Griffin Laney</a:t>
            </a:r>
          </a:p>
          <a:p>
            <a:endParaRPr lang="en-US" dirty="0"/>
          </a:p>
        </p:txBody>
      </p:sp>
      <p:sp>
        <p:nvSpPr>
          <p:cNvPr id="4" name="Title 3"/>
          <p:cNvSpPr>
            <a:spLocks noGrp="1"/>
          </p:cNvSpPr>
          <p:nvPr>
            <p:ph type="title"/>
          </p:nvPr>
        </p:nvSpPr>
        <p:spPr/>
        <p:txBody>
          <a:bodyPr>
            <a:normAutofit fontScale="90000"/>
          </a:bodyPr>
          <a:lstStyle/>
          <a:p>
            <a:r>
              <a:rPr lang="en-US" dirty="0"/>
              <a:t>Runge-</a:t>
            </a:r>
            <a:r>
              <a:rPr lang="en-US" dirty="0" err="1"/>
              <a:t>Kutta</a:t>
            </a:r>
            <a:r>
              <a:rPr lang="en-US" dirty="0"/>
              <a:t> Fourth Order Numerical Integrator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C2318-C1EC-D748-A87A-BF019C7F327E}"/>
              </a:ext>
            </a:extLst>
          </p:cNvPr>
          <p:cNvSpPr>
            <a:spLocks noGrp="1"/>
          </p:cNvSpPr>
          <p:nvPr>
            <p:ph type="title"/>
          </p:nvPr>
        </p:nvSpPr>
        <p:spPr>
          <a:xfrm>
            <a:off x="457200" y="1685617"/>
            <a:ext cx="3008313" cy="408359"/>
          </a:xfrm>
        </p:spPr>
        <p:txBody>
          <a:bodyPr anchor="b">
            <a:normAutofit/>
          </a:bodyPr>
          <a:lstStyle/>
          <a:p>
            <a:r>
              <a:rPr lang="en-US"/>
              <a:t>Introduction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57EA32-C087-5742-A2B1-34DC84EF4531}"/>
                  </a:ext>
                </a:extLst>
              </p:cNvPr>
              <p:cNvSpPr>
                <a:spLocks noGrp="1"/>
              </p:cNvSpPr>
              <p:nvPr>
                <p:ph type="body" sz="half" idx="2"/>
              </p:nvPr>
            </p:nvSpPr>
            <p:spPr>
              <a:xfrm>
                <a:off x="457200" y="2093976"/>
                <a:ext cx="4690872" cy="4271590"/>
              </a:xfrm>
            </p:spPr>
            <p:txBody>
              <a:bodyPr>
                <a:normAutofit/>
              </a:bodyPr>
              <a:lstStyle/>
              <a:p>
                <a:pPr>
                  <a:lnSpc>
                    <a:spcPct val="90000"/>
                  </a:lnSpc>
                </a:pPr>
                <a:r>
                  <a:rPr lang="en-US" sz="1700" dirty="0"/>
                  <a:t>Integration is the area under a curve</a:t>
                </a:r>
              </a:p>
              <a:p>
                <a:pPr>
                  <a:lnSpc>
                    <a:spcPct val="90000"/>
                  </a:lnSpc>
                </a:pPr>
                <a14:m>
                  <m:oMathPara xmlns:m="http://schemas.openxmlformats.org/officeDocument/2006/math">
                    <m:oMathParaPr>
                      <m:jc m:val="centerGroup"/>
                    </m:oMathParaPr>
                    <m:oMath xmlns:m="http://schemas.openxmlformats.org/officeDocument/2006/math">
                      <m:nary>
                        <m:naryPr>
                          <m:ctrlPr>
                            <a:rPr lang="en-US" sz="1700" b="0" i="1" smtClean="0">
                              <a:latin typeface="Cambria Math" panose="02040503050406030204" pitchFamily="18" charset="0"/>
                            </a:rPr>
                          </m:ctrlPr>
                        </m:naryPr>
                        <m:sub>
                          <m:r>
                            <a:rPr lang="en-US" sz="1700" b="0" i="1" smtClean="0">
                              <a:latin typeface="Cambria Math" panose="02040503050406030204" pitchFamily="18" charset="0"/>
                            </a:rPr>
                            <m:t>𝑎</m:t>
                          </m:r>
                        </m:sub>
                        <m:sup>
                          <m:r>
                            <a:rPr lang="en-US" sz="1700" b="0" i="1" smtClean="0">
                              <a:latin typeface="Cambria Math" panose="02040503050406030204" pitchFamily="18" charset="0"/>
                            </a:rPr>
                            <m:t>𝑏</m:t>
                          </m:r>
                        </m:sup>
                        <m:e>
                          <m:r>
                            <a:rPr lang="en-US" sz="1700" b="0" i="1" smtClean="0">
                              <a:latin typeface="Cambria Math" panose="02040503050406030204" pitchFamily="18" charset="0"/>
                            </a:rPr>
                            <m:t>𝑓</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𝑥</m:t>
                              </m:r>
                            </m:e>
                          </m:d>
                          <m:r>
                            <a:rPr lang="en-US" sz="1700" b="0" i="1" smtClean="0">
                              <a:latin typeface="Cambria Math" panose="02040503050406030204" pitchFamily="18" charset="0"/>
                            </a:rPr>
                            <m:t>𝑑𝑥</m:t>
                          </m:r>
                          <m:r>
                            <a:rPr lang="en-US" sz="1700" b="0" i="1" smtClean="0">
                              <a:latin typeface="Cambria Math" panose="02040503050406030204" pitchFamily="18" charset="0"/>
                            </a:rPr>
                            <m:t>=</m:t>
                          </m:r>
                          <m:r>
                            <a:rPr lang="en-US" sz="1700" b="0" i="1" smtClean="0">
                              <a:latin typeface="Cambria Math" panose="02040503050406030204" pitchFamily="18" charset="0"/>
                            </a:rPr>
                            <m:t>𝐹</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𝑏</m:t>
                              </m:r>
                            </m:e>
                          </m:d>
                          <m:r>
                            <a:rPr lang="en-US" sz="1700" b="0" i="1" smtClean="0">
                              <a:latin typeface="Cambria Math" panose="02040503050406030204" pitchFamily="18" charset="0"/>
                            </a:rPr>
                            <m:t>−</m:t>
                          </m:r>
                          <m:r>
                            <a:rPr lang="en-US" sz="1700" b="0" i="1" smtClean="0">
                              <a:latin typeface="Cambria Math" panose="02040503050406030204" pitchFamily="18" charset="0"/>
                            </a:rPr>
                            <m:t>𝐹</m:t>
                          </m:r>
                          <m:r>
                            <a:rPr lang="en-US" sz="1700" b="0" i="1" smtClean="0">
                              <a:latin typeface="Cambria Math" panose="02040503050406030204" pitchFamily="18" charset="0"/>
                            </a:rPr>
                            <m:t>(</m:t>
                          </m:r>
                          <m:r>
                            <a:rPr lang="en-US" sz="1700" b="0" i="1" smtClean="0">
                              <a:latin typeface="Cambria Math" panose="02040503050406030204" pitchFamily="18" charset="0"/>
                            </a:rPr>
                            <m:t>𝑎</m:t>
                          </m:r>
                          <m:r>
                            <a:rPr lang="en-US" sz="1700" b="0" i="1" smtClean="0">
                              <a:latin typeface="Cambria Math" panose="02040503050406030204" pitchFamily="18" charset="0"/>
                            </a:rPr>
                            <m:t>)</m:t>
                          </m:r>
                        </m:e>
                      </m:nary>
                    </m:oMath>
                  </m:oMathPara>
                </a14:m>
                <a:endParaRPr lang="en-US" sz="1700" dirty="0"/>
              </a:p>
              <a:p>
                <a:pPr>
                  <a:lnSpc>
                    <a:spcPct val="90000"/>
                  </a:lnSpc>
                </a:pPr>
                <a:r>
                  <a:rPr lang="en-US" sz="1700" dirty="0"/>
                  <a:t>But this is analytic expression means nothing to a computer. A computer needs the Riemann definition of an integral:</a:t>
                </a:r>
              </a:p>
              <a:p>
                <a:pPr>
                  <a:lnSpc>
                    <a:spcPct val="90000"/>
                  </a:lnSpc>
                </a:pPr>
                <a14:m>
                  <m:oMathPara xmlns:m="http://schemas.openxmlformats.org/officeDocument/2006/math">
                    <m:oMathParaPr>
                      <m:jc m:val="centerGroup"/>
                    </m:oMathParaPr>
                    <m:oMath xmlns:m="http://schemas.openxmlformats.org/officeDocument/2006/math">
                      <m:func>
                        <m:funcPr>
                          <m:ctrlPr>
                            <a:rPr lang="en-US" sz="1700" i="1" smtClean="0">
                              <a:latin typeface="Cambria Math" panose="02040503050406030204" pitchFamily="18" charset="0"/>
                            </a:rPr>
                          </m:ctrlPr>
                        </m:funcPr>
                        <m:fName>
                          <m:limLow>
                            <m:limLowPr>
                              <m:ctrlPr>
                                <a:rPr lang="en-US" sz="1700" i="1" smtClean="0">
                                  <a:latin typeface="Cambria Math" panose="02040503050406030204" pitchFamily="18" charset="0"/>
                                </a:rPr>
                              </m:ctrlPr>
                            </m:limLowPr>
                            <m:e>
                              <m:r>
                                <m:rPr>
                                  <m:sty m:val="p"/>
                                </m:rPr>
                                <a:rPr lang="en-US" sz="1700" i="0" smtClean="0">
                                  <a:latin typeface="Cambria Math" panose="02040503050406030204" pitchFamily="18" charset="0"/>
                                </a:rPr>
                                <m:t>lim</m:t>
                              </m:r>
                            </m:e>
                            <m:lim>
                              <m:r>
                                <a:rPr lang="en-US" sz="1700" b="0" i="1" smtClean="0">
                                  <a:latin typeface="Cambria Math" panose="02040503050406030204" pitchFamily="18" charset="0"/>
                                </a:rPr>
                                <m:t>𝑛</m:t>
                              </m:r>
                              <m:r>
                                <a:rPr lang="en-US" sz="1700" b="0" i="1" smtClean="0">
                                  <a:latin typeface="Cambria Math" panose="02040503050406030204" pitchFamily="18" charset="0"/>
                                  <a:ea typeface="Cambria Math" panose="02040503050406030204" pitchFamily="18" charset="0"/>
                                </a:rPr>
                                <m:t>→∞</m:t>
                              </m:r>
                            </m:lim>
                          </m:limLow>
                        </m:fName>
                        <m:e>
                          <m:nary>
                            <m:naryPr>
                              <m:chr m:val="∑"/>
                              <m:ctrlPr>
                                <a:rPr lang="en-US" sz="1700" i="1">
                                  <a:latin typeface="Cambria Math" panose="02040503050406030204" pitchFamily="18" charset="0"/>
                                </a:rPr>
                              </m:ctrlPr>
                            </m:naryPr>
                            <m:sub>
                              <m:r>
                                <m:rPr>
                                  <m:brk m:alnAt="23"/>
                                </m:rPr>
                                <a:rPr lang="en-US" sz="1700" i="1">
                                  <a:latin typeface="Cambria Math" panose="02040503050406030204" pitchFamily="18" charset="0"/>
                                </a:rPr>
                                <m:t>𝑖</m:t>
                              </m:r>
                              <m:r>
                                <a:rPr lang="en-US" sz="1700" i="1">
                                  <a:latin typeface="Cambria Math" panose="02040503050406030204" pitchFamily="18" charset="0"/>
                                </a:rPr>
                                <m:t>=0</m:t>
                              </m:r>
                            </m:sub>
                            <m:sup>
                              <m:r>
                                <a:rPr lang="en-US" sz="1700" i="1">
                                  <a:latin typeface="Cambria Math" panose="02040503050406030204" pitchFamily="18" charset="0"/>
                                </a:rPr>
                                <m:t>𝑛</m:t>
                              </m:r>
                            </m:sup>
                            <m:e>
                              <m:r>
                                <a:rPr lang="en-US" sz="1700" b="0" i="1" smtClean="0">
                                  <a:latin typeface="Cambria Math" panose="02040503050406030204" pitchFamily="18" charset="0"/>
                                </a:rPr>
                                <m:t>𝑓</m:t>
                              </m:r>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a:rPr lang="en-US" sz="1700" b="0" i="1" smtClean="0">
                                          <a:latin typeface="Cambria Math" panose="02040503050406030204" pitchFamily="18" charset="0"/>
                                        </a:rPr>
                                        <m:t>𝑖</m:t>
                                      </m:r>
                                    </m:sub>
                                  </m:sSub>
                                </m:e>
                              </m:d>
                              <m:r>
                                <m:rPr>
                                  <m:sty m:val="p"/>
                                </m:rPr>
                                <a:rPr lang="en-US" sz="1700" b="0" i="0" smtClean="0">
                                  <a:latin typeface="Cambria Math" panose="02040503050406030204" pitchFamily="18" charset="0"/>
                                </a:rPr>
                                <m:t>Δ</m:t>
                              </m:r>
                              <m:r>
                                <a:rPr lang="en-US" sz="1700" b="0" i="1" smtClean="0">
                                  <a:latin typeface="Cambria Math" panose="02040503050406030204" pitchFamily="18" charset="0"/>
                                </a:rPr>
                                <m:t>𝑥</m:t>
                              </m:r>
                            </m:e>
                          </m:nary>
                          <m:r>
                            <m:rPr>
                              <m:nor/>
                            </m:rPr>
                            <a:rPr lang="en-US" sz="1700" dirty="0"/>
                            <m:t> </m:t>
                          </m:r>
                        </m:e>
                      </m:func>
                    </m:oMath>
                  </m:oMathPara>
                </a14:m>
                <a:endParaRPr lang="en-US" sz="1700" dirty="0"/>
              </a:p>
              <a:p>
                <a:pPr>
                  <a:lnSpc>
                    <a:spcPct val="90000"/>
                  </a:lnSpc>
                </a:pPr>
                <a:r>
                  <a:rPr lang="en-US" sz="1700" dirty="0"/>
                  <a:t>The function is evaluated one step at a time, multiplied by the step size, and added together. As the step size approaches 0, we get the analytic expression. This is called numerical integration. Different numerical integration methods have been invented to account for non-linearity and one of them is the Runge-</a:t>
                </a:r>
                <a:r>
                  <a:rPr lang="en-US" sz="1700" dirty="0" err="1"/>
                  <a:t>Kutta</a:t>
                </a:r>
                <a:r>
                  <a:rPr lang="en-US" sz="1700" dirty="0"/>
                  <a:t> method invented by Runge and </a:t>
                </a:r>
                <a:r>
                  <a:rPr lang="en-US" sz="1700" dirty="0" err="1"/>
                  <a:t>Kutta</a:t>
                </a:r>
                <a:r>
                  <a:rPr lang="en-US" sz="1700" dirty="0"/>
                  <a:t> [1].</a:t>
                </a:r>
              </a:p>
            </p:txBody>
          </p:sp>
        </mc:Choice>
        <mc:Fallback xmlns="">
          <p:sp>
            <p:nvSpPr>
              <p:cNvPr id="3" name="Content Placeholder 2">
                <a:extLst>
                  <a:ext uri="{FF2B5EF4-FFF2-40B4-BE49-F238E27FC236}">
                    <a16:creationId xmlns:a16="http://schemas.microsoft.com/office/drawing/2014/main" id="{7D57EA32-C087-5742-A2B1-34DC84EF4531}"/>
                  </a:ext>
                </a:extLst>
              </p:cNvPr>
              <p:cNvSpPr>
                <a:spLocks noGrp="1" noRot="1" noChangeAspect="1" noMove="1" noResize="1" noEditPoints="1" noAdjustHandles="1" noChangeArrowheads="1" noChangeShapeType="1" noTextEdit="1"/>
              </p:cNvSpPr>
              <p:nvPr>
                <p:ph type="body" sz="half" idx="2"/>
              </p:nvPr>
            </p:nvSpPr>
            <p:spPr>
              <a:xfrm>
                <a:off x="457200" y="2093976"/>
                <a:ext cx="4690872" cy="4271590"/>
              </a:xfrm>
              <a:blipFill>
                <a:blip r:embed="rId2"/>
                <a:stretch>
                  <a:fillRect l="-779" t="-1143" r="-1429"/>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D8116AC0-EBF6-AD63-D7BE-F0E71DCB64CF}"/>
              </a:ext>
            </a:extLst>
          </p:cNvPr>
          <p:cNvPicPr>
            <a:picLocks noChangeAspect="1"/>
          </p:cNvPicPr>
          <p:nvPr/>
        </p:nvPicPr>
        <p:blipFill>
          <a:blip r:embed="rId3"/>
          <a:stretch>
            <a:fillRect/>
          </a:stretch>
        </p:blipFill>
        <p:spPr>
          <a:xfrm>
            <a:off x="5453907" y="1315394"/>
            <a:ext cx="3069899" cy="4517136"/>
          </a:xfrm>
          <a:prstGeom prst="rect">
            <a:avLst/>
          </a:prstGeom>
        </p:spPr>
      </p:pic>
    </p:spTree>
    <p:extLst>
      <p:ext uri="{BB962C8B-B14F-4D97-AF65-F5344CB8AC3E}">
        <p14:creationId xmlns:p14="http://schemas.microsoft.com/office/powerpoint/2010/main" val="3710775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85323-8D1D-24D8-2FCF-CE163C8AE84F}"/>
              </a:ext>
            </a:extLst>
          </p:cNvPr>
          <p:cNvSpPr>
            <a:spLocks noGrp="1"/>
          </p:cNvSpPr>
          <p:nvPr>
            <p:ph type="title"/>
          </p:nvPr>
        </p:nvSpPr>
        <p:spPr>
          <a:xfrm>
            <a:off x="457200" y="1685617"/>
            <a:ext cx="3008313" cy="444935"/>
          </a:xfrm>
        </p:spPr>
        <p:txBody>
          <a:bodyPr/>
          <a:lstStyle/>
          <a:p>
            <a:r>
              <a:rPr lang="en-US" dirty="0"/>
              <a:t>Introduction – RK4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FE370E-9019-8145-A7C1-BDFAC6238551}"/>
                  </a:ext>
                </a:extLst>
              </p:cNvPr>
              <p:cNvSpPr>
                <a:spLocks noGrp="1"/>
              </p:cNvSpPr>
              <p:nvPr>
                <p:ph idx="1"/>
              </p:nvPr>
            </p:nvSpPr>
            <p:spPr>
              <a:xfrm>
                <a:off x="457200" y="2130552"/>
                <a:ext cx="8229600" cy="4105656"/>
              </a:xfrm>
            </p:spPr>
            <p:txBody>
              <a:bodyPr>
                <a:normAutofit/>
              </a:bodyPr>
              <a:lstStyle/>
              <a:p>
                <a:r>
                  <a:rPr lang="en-US" sz="1600" dirty="0">
                    <a:solidFill>
                      <a:schemeClr val="tx1">
                        <a:lumMod val="65000"/>
                        <a:lumOff val="35000"/>
                      </a:schemeClr>
                    </a:solidFill>
                  </a:rPr>
                  <a:t>Runge-</a:t>
                </a:r>
                <a:r>
                  <a:rPr lang="en-US" sz="1600" dirty="0" err="1">
                    <a:solidFill>
                      <a:schemeClr val="tx1">
                        <a:lumMod val="65000"/>
                        <a:lumOff val="35000"/>
                      </a:schemeClr>
                    </a:solidFill>
                  </a:rPr>
                  <a:t>Kutta</a:t>
                </a:r>
                <a:r>
                  <a:rPr lang="en-US" sz="1600" dirty="0">
                    <a:solidFill>
                      <a:schemeClr val="tx1">
                        <a:lumMod val="65000"/>
                        <a:lumOff val="35000"/>
                      </a:schemeClr>
                    </a:solidFill>
                  </a:rPr>
                  <a:t> methods can have order of two, three, four, etc. and each one increases in accuracy, complexity, and local error. Implementation requires design tradeoffs. RK4 integrates first-order non-linear Ordinary Differential Equations (ODEs) with initial values (IVP):</a:t>
                </a:r>
              </a:p>
              <a:p>
                <a:pPr/>
                <a14:m>
                  <m:oMathPara xmlns:m="http://schemas.openxmlformats.org/officeDocument/2006/math">
                    <m:oMathParaPr>
                      <m:jc m:val="centerGroup"/>
                    </m:oMathParaPr>
                    <m:oMath xmlns:m="http://schemas.openxmlformats.org/officeDocument/2006/math">
                      <m:d>
                        <m:dPr>
                          <m:begChr m:val="{"/>
                          <m:endChr m:val="}"/>
                          <m:ctrlPr>
                            <a:rPr lang="en-US" sz="1600" i="1" smtClean="0">
                              <a:solidFill>
                                <a:schemeClr val="tx1">
                                  <a:lumMod val="65000"/>
                                  <a:lumOff val="35000"/>
                                </a:schemeClr>
                              </a:solidFill>
                              <a:latin typeface="Cambria Math" panose="02040503050406030204" pitchFamily="18" charset="0"/>
                            </a:rPr>
                          </m:ctrlPr>
                        </m:dPr>
                        <m:e>
                          <m:m>
                            <m:mPr>
                              <m:mcs>
                                <m:mc>
                                  <m:mcPr>
                                    <m:count m:val="1"/>
                                    <m:mcJc m:val="center"/>
                                  </m:mcPr>
                                </m:mc>
                              </m:mcs>
                              <m:ctrlPr>
                                <a:rPr lang="en-US" sz="1600" i="1" smtClean="0">
                                  <a:solidFill>
                                    <a:schemeClr val="tx1">
                                      <a:lumMod val="65000"/>
                                      <a:lumOff val="35000"/>
                                    </a:schemeClr>
                                  </a:solidFill>
                                  <a:latin typeface="Cambria Math" panose="02040503050406030204" pitchFamily="18" charset="0"/>
                                </a:rPr>
                              </m:ctrlPr>
                            </m:mPr>
                            <m:mr>
                              <m:e>
                                <m:f>
                                  <m:fPr>
                                    <m:ctrlPr>
                                      <a:rPr lang="en-US" sz="1600" b="0" i="1" smtClean="0">
                                        <a:solidFill>
                                          <a:schemeClr val="tx1">
                                            <a:lumMod val="65000"/>
                                            <a:lumOff val="35000"/>
                                          </a:schemeClr>
                                        </a:solidFill>
                                        <a:latin typeface="Cambria Math" panose="02040503050406030204" pitchFamily="18" charset="0"/>
                                      </a:rPr>
                                    </m:ctrlPr>
                                  </m:fPr>
                                  <m:num>
                                    <m:r>
                                      <m:rPr>
                                        <m:brk m:alnAt="7"/>
                                      </m:rPr>
                                      <a:rPr lang="en-US" sz="1600" b="0" i="1" smtClean="0">
                                        <a:solidFill>
                                          <a:schemeClr val="tx1">
                                            <a:lumMod val="65000"/>
                                            <a:lumOff val="35000"/>
                                          </a:schemeClr>
                                        </a:solidFill>
                                        <a:latin typeface="Cambria Math" panose="02040503050406030204" pitchFamily="18" charset="0"/>
                                      </a:rPr>
                                      <m:t>𝑑</m:t>
                                    </m:r>
                                    <m:r>
                                      <a:rPr lang="en-US" sz="1600" b="0" i="1" smtClean="0">
                                        <a:solidFill>
                                          <a:schemeClr val="tx1">
                                            <a:lumMod val="65000"/>
                                            <a:lumOff val="35000"/>
                                          </a:schemeClr>
                                        </a:solidFill>
                                        <a:latin typeface="Cambria Math" panose="02040503050406030204" pitchFamily="18" charset="0"/>
                                      </a:rPr>
                                      <m:t>𝑦</m:t>
                                    </m:r>
                                  </m:num>
                                  <m:den>
                                    <m:r>
                                      <m:rPr>
                                        <m:brk m:alnAt="7"/>
                                      </m:rPr>
                                      <a:rPr lang="en-US" sz="1600" b="0" i="1" smtClean="0">
                                        <a:solidFill>
                                          <a:schemeClr val="tx1">
                                            <a:lumMod val="65000"/>
                                            <a:lumOff val="35000"/>
                                          </a:schemeClr>
                                        </a:solidFill>
                                        <a:latin typeface="Cambria Math" panose="02040503050406030204" pitchFamily="18" charset="0"/>
                                      </a:rPr>
                                      <m:t>𝑑</m:t>
                                    </m:r>
                                    <m:r>
                                      <a:rPr lang="en-US" sz="1600" b="0" i="1" smtClean="0">
                                        <a:solidFill>
                                          <a:schemeClr val="tx1">
                                            <a:lumMod val="65000"/>
                                            <a:lumOff val="35000"/>
                                          </a:schemeClr>
                                        </a:solidFill>
                                        <a:latin typeface="Cambria Math" panose="02040503050406030204" pitchFamily="18" charset="0"/>
                                      </a:rPr>
                                      <m:t>𝑡</m:t>
                                    </m:r>
                                  </m:den>
                                </m:f>
                                <m:r>
                                  <m:rPr>
                                    <m:brk m:alnAt="7"/>
                                  </m:rPr>
                                  <a:rPr lang="en-US" sz="1600" b="0" i="1" smtClean="0">
                                    <a:solidFill>
                                      <a:schemeClr val="tx1">
                                        <a:lumMod val="65000"/>
                                        <a:lumOff val="35000"/>
                                      </a:schemeClr>
                                    </a:solidFill>
                                    <a:latin typeface="Cambria Math" panose="02040503050406030204" pitchFamily="18" charset="0"/>
                                  </a:rPr>
                                  <m:t>=</m:t>
                                </m:r>
                                <m:r>
                                  <a:rPr lang="en-US" sz="1600" b="0" i="1" smtClean="0">
                                    <a:solidFill>
                                      <a:schemeClr val="tx1">
                                        <a:lumMod val="65000"/>
                                        <a:lumOff val="35000"/>
                                      </a:schemeClr>
                                    </a:solidFill>
                                    <a:latin typeface="Cambria Math" panose="02040503050406030204" pitchFamily="18" charset="0"/>
                                  </a:rPr>
                                  <m:t>𝑓</m:t>
                                </m:r>
                                <m:r>
                                  <a:rPr lang="en-US" sz="1600" b="0" i="1" smtClean="0">
                                    <a:solidFill>
                                      <a:schemeClr val="tx1">
                                        <a:lumMod val="65000"/>
                                        <a:lumOff val="35000"/>
                                      </a:schemeClr>
                                    </a:solidFill>
                                    <a:latin typeface="Cambria Math" panose="02040503050406030204" pitchFamily="18" charset="0"/>
                                  </a:rPr>
                                  <m:t>(</m:t>
                                </m:r>
                                <m:r>
                                  <a:rPr lang="en-US" sz="1600" b="0" i="1" smtClean="0">
                                    <a:solidFill>
                                      <a:schemeClr val="tx1">
                                        <a:lumMod val="65000"/>
                                        <a:lumOff val="35000"/>
                                      </a:schemeClr>
                                    </a:solidFill>
                                    <a:latin typeface="Cambria Math" panose="02040503050406030204" pitchFamily="18" charset="0"/>
                                  </a:rPr>
                                  <m:t>𝑡</m:t>
                                </m:r>
                                <m:r>
                                  <a:rPr lang="en-US" sz="1600" b="0" i="1" smtClean="0">
                                    <a:solidFill>
                                      <a:schemeClr val="tx1">
                                        <a:lumMod val="65000"/>
                                        <a:lumOff val="35000"/>
                                      </a:schemeClr>
                                    </a:solidFill>
                                    <a:latin typeface="Cambria Math" panose="02040503050406030204" pitchFamily="18" charset="0"/>
                                  </a:rPr>
                                  <m:t>,</m:t>
                                </m:r>
                                <m:r>
                                  <a:rPr lang="en-US" sz="1600" b="0" i="1" smtClean="0">
                                    <a:solidFill>
                                      <a:schemeClr val="tx1">
                                        <a:lumMod val="65000"/>
                                        <a:lumOff val="35000"/>
                                      </a:schemeClr>
                                    </a:solidFill>
                                    <a:latin typeface="Cambria Math" panose="02040503050406030204" pitchFamily="18" charset="0"/>
                                  </a:rPr>
                                  <m:t>𝑦</m:t>
                                </m:r>
                                <m:r>
                                  <a:rPr lang="en-US" sz="1600" b="0" i="1" smtClean="0">
                                    <a:solidFill>
                                      <a:schemeClr val="tx1">
                                        <a:lumMod val="65000"/>
                                        <a:lumOff val="35000"/>
                                      </a:schemeClr>
                                    </a:solidFill>
                                    <a:latin typeface="Cambria Math" panose="02040503050406030204" pitchFamily="18" charset="0"/>
                                  </a:rPr>
                                  <m:t>)</m:t>
                                </m:r>
                              </m:e>
                            </m:mr>
                            <m:mr>
                              <m:e>
                                <m:r>
                                  <a:rPr lang="en-US" sz="1600" b="0" i="1" smtClean="0">
                                    <a:solidFill>
                                      <a:schemeClr val="tx1">
                                        <a:lumMod val="65000"/>
                                        <a:lumOff val="35000"/>
                                      </a:schemeClr>
                                    </a:solidFill>
                                    <a:latin typeface="Cambria Math" panose="02040503050406030204" pitchFamily="18" charset="0"/>
                                  </a:rPr>
                                  <m:t>𝑦</m:t>
                                </m:r>
                                <m:d>
                                  <m:dPr>
                                    <m:ctrlPr>
                                      <a:rPr lang="en-US" sz="1600" b="0" i="1" smtClean="0">
                                        <a:solidFill>
                                          <a:schemeClr val="tx1">
                                            <a:lumMod val="65000"/>
                                            <a:lumOff val="35000"/>
                                          </a:schemeClr>
                                        </a:solidFill>
                                        <a:latin typeface="Cambria Math" panose="02040503050406030204" pitchFamily="18" charset="0"/>
                                      </a:rPr>
                                    </m:ctrlPr>
                                  </m:dPr>
                                  <m:e>
                                    <m:sSub>
                                      <m:sSubPr>
                                        <m:ctrlPr>
                                          <a:rPr lang="en-US" sz="1600" b="0" i="1" smtClean="0">
                                            <a:solidFill>
                                              <a:schemeClr val="tx1">
                                                <a:lumMod val="65000"/>
                                                <a:lumOff val="35000"/>
                                              </a:schemeClr>
                                            </a:solidFill>
                                            <a:latin typeface="Cambria Math" panose="02040503050406030204" pitchFamily="18" charset="0"/>
                                          </a:rPr>
                                        </m:ctrlPr>
                                      </m:sSubPr>
                                      <m:e>
                                        <m:r>
                                          <a:rPr lang="en-US" sz="1600" b="0" i="1" smtClean="0">
                                            <a:solidFill>
                                              <a:schemeClr val="tx1">
                                                <a:lumMod val="65000"/>
                                                <a:lumOff val="35000"/>
                                              </a:schemeClr>
                                            </a:solidFill>
                                            <a:latin typeface="Cambria Math" panose="02040503050406030204" pitchFamily="18" charset="0"/>
                                          </a:rPr>
                                          <m:t>𝑡</m:t>
                                        </m:r>
                                      </m:e>
                                      <m:sub>
                                        <m:r>
                                          <a:rPr lang="en-US" sz="1600" b="0" i="1" smtClean="0">
                                            <a:solidFill>
                                              <a:schemeClr val="tx1">
                                                <a:lumMod val="65000"/>
                                                <a:lumOff val="35000"/>
                                              </a:schemeClr>
                                            </a:solidFill>
                                            <a:latin typeface="Cambria Math" panose="02040503050406030204" pitchFamily="18" charset="0"/>
                                          </a:rPr>
                                          <m:t>0</m:t>
                                        </m:r>
                                      </m:sub>
                                    </m:sSub>
                                  </m:e>
                                </m:d>
                                <m: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a:rPr lang="en-US" sz="1600" b="0" i="1" smtClean="0">
                                        <a:solidFill>
                                          <a:schemeClr val="tx1">
                                            <a:lumMod val="65000"/>
                                            <a:lumOff val="35000"/>
                                          </a:schemeClr>
                                        </a:solidFill>
                                        <a:latin typeface="Cambria Math" panose="02040503050406030204" pitchFamily="18" charset="0"/>
                                      </a:rPr>
                                      <m:t>𝑦</m:t>
                                    </m:r>
                                  </m:e>
                                  <m:sub>
                                    <m:r>
                                      <a:rPr lang="en-US" sz="1600" b="0" i="1" smtClean="0">
                                        <a:solidFill>
                                          <a:schemeClr val="tx1">
                                            <a:lumMod val="65000"/>
                                            <a:lumOff val="35000"/>
                                          </a:schemeClr>
                                        </a:solidFill>
                                        <a:latin typeface="Cambria Math" panose="02040503050406030204" pitchFamily="18" charset="0"/>
                                      </a:rPr>
                                      <m:t>0</m:t>
                                    </m:r>
                                  </m:sub>
                                </m:sSub>
                              </m:e>
                            </m:mr>
                          </m:m>
                        </m:e>
                      </m:d>
                    </m:oMath>
                  </m:oMathPara>
                </a14:m>
                <a:endParaRPr lang="en-US" sz="1600" dirty="0">
                  <a:solidFill>
                    <a:schemeClr val="tx1">
                      <a:lumMod val="65000"/>
                      <a:lumOff val="35000"/>
                    </a:schemeClr>
                  </a:solidFill>
                </a:endParaRPr>
              </a:p>
              <a:p>
                <a:r>
                  <a:rPr lang="en-US" sz="1600" dirty="0">
                    <a:solidFill>
                      <a:schemeClr val="tx1">
                        <a:lumMod val="65000"/>
                        <a:lumOff val="35000"/>
                      </a:schemeClr>
                    </a:solidFill>
                  </a:rPr>
                  <a:t>It takes the following form:</a:t>
                </a:r>
              </a:p>
              <a:p>
                <a:pPr/>
                <a14:m>
                  <m:oMathPara xmlns:m="http://schemas.openxmlformats.org/officeDocument/2006/math">
                    <m:oMathParaPr>
                      <m:jc m:val="centerGroup"/>
                    </m:oMathParaPr>
                    <m:oMath xmlns:m="http://schemas.openxmlformats.org/officeDocument/2006/math">
                      <m:d>
                        <m:dPr>
                          <m:begChr m:val="{"/>
                          <m:endChr m:val="}"/>
                          <m:ctrlPr>
                            <a:rPr lang="en-US" sz="1600" i="1" smtClean="0">
                              <a:solidFill>
                                <a:schemeClr val="tx1">
                                  <a:lumMod val="65000"/>
                                  <a:lumOff val="35000"/>
                                </a:schemeClr>
                              </a:solidFill>
                              <a:latin typeface="Cambria Math" panose="02040503050406030204" pitchFamily="18" charset="0"/>
                            </a:rPr>
                          </m:ctrlPr>
                        </m:dPr>
                        <m:e>
                          <m:m>
                            <m:mPr>
                              <m:mcs>
                                <m:mc>
                                  <m:mcPr>
                                    <m:count m:val="1"/>
                                    <m:mcJc m:val="center"/>
                                  </m:mcPr>
                                </m:mc>
                              </m:mcs>
                              <m:ctrlPr>
                                <a:rPr lang="en-US" sz="1600" i="1" smtClean="0">
                                  <a:solidFill>
                                    <a:schemeClr val="tx1">
                                      <a:lumMod val="65000"/>
                                      <a:lumOff val="35000"/>
                                    </a:schemeClr>
                                  </a:solidFill>
                                  <a:latin typeface="Cambria Math" panose="02040503050406030204" pitchFamily="18" charset="0"/>
                                </a:rPr>
                              </m:ctrlPr>
                            </m:mPr>
                            <m:mr>
                              <m:e>
                                <m:sSub>
                                  <m:sSubPr>
                                    <m:ctrlPr>
                                      <a:rPr lang="en-US" sz="1600" i="1" smtClean="0">
                                        <a:solidFill>
                                          <a:schemeClr val="tx1">
                                            <a:lumMod val="65000"/>
                                            <a:lumOff val="35000"/>
                                          </a:schemeClr>
                                        </a:solidFill>
                                        <a:latin typeface="Cambria Math" panose="02040503050406030204" pitchFamily="18" charset="0"/>
                                      </a:rPr>
                                    </m:ctrlPr>
                                  </m:sSubPr>
                                  <m:e>
                                    <m:r>
                                      <a:rPr lang="en-US" sz="1600" b="0" i="1" smtClean="0">
                                        <a:solidFill>
                                          <a:schemeClr val="tx1">
                                            <a:lumMod val="65000"/>
                                            <a:lumOff val="35000"/>
                                          </a:schemeClr>
                                        </a:solidFill>
                                        <a:latin typeface="Cambria Math" panose="02040503050406030204" pitchFamily="18" charset="0"/>
                                      </a:rPr>
                                      <m:t>𝑦</m:t>
                                    </m:r>
                                  </m:e>
                                  <m:sub>
                                    <m:r>
                                      <a:rPr lang="en-US" sz="1600" b="0" i="1" smtClean="0">
                                        <a:solidFill>
                                          <a:schemeClr val="tx1">
                                            <a:lumMod val="65000"/>
                                            <a:lumOff val="35000"/>
                                          </a:schemeClr>
                                        </a:solidFill>
                                        <a:latin typeface="Cambria Math" panose="02040503050406030204" pitchFamily="18" charset="0"/>
                                      </a:rPr>
                                      <m:t>𝑖</m:t>
                                    </m:r>
                                    <m:r>
                                      <a:rPr lang="en-US" sz="1600" b="0" i="1" smtClean="0">
                                        <a:solidFill>
                                          <a:schemeClr val="tx1">
                                            <a:lumMod val="65000"/>
                                            <a:lumOff val="35000"/>
                                          </a:schemeClr>
                                        </a:solidFill>
                                        <a:latin typeface="Cambria Math" panose="02040503050406030204" pitchFamily="18" charset="0"/>
                                      </a:rPr>
                                      <m:t>+1</m:t>
                                    </m:r>
                                  </m:sub>
                                </m:sSub>
                                <m:r>
                                  <m:rPr>
                                    <m:brk m:alnAt="7"/>
                                  </m:rP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𝑦</m:t>
                                    </m:r>
                                  </m:e>
                                  <m:sub>
                                    <m:r>
                                      <m:rPr>
                                        <m:brk m:alnAt="7"/>
                                      </m:rPr>
                                      <a:rPr lang="en-US" sz="1600" b="0" i="1" smtClean="0">
                                        <a:solidFill>
                                          <a:schemeClr val="tx1">
                                            <a:lumMod val="65000"/>
                                            <a:lumOff val="35000"/>
                                          </a:schemeClr>
                                        </a:solidFill>
                                        <a:latin typeface="Cambria Math" panose="02040503050406030204" pitchFamily="18" charset="0"/>
                                      </a:rPr>
                                      <m:t>𝑖</m:t>
                                    </m:r>
                                  </m:sub>
                                </m:sSub>
                                <m:r>
                                  <m:rPr>
                                    <m:brk m:alnAt="7"/>
                                  </m:rPr>
                                  <a:rPr lang="en-US" sz="1600" b="0" i="1" smtClean="0">
                                    <a:solidFill>
                                      <a:schemeClr val="tx1">
                                        <a:lumMod val="65000"/>
                                        <a:lumOff val="35000"/>
                                      </a:schemeClr>
                                    </a:solidFill>
                                    <a:latin typeface="Cambria Math" panose="02040503050406030204" pitchFamily="18" charset="0"/>
                                  </a:rPr>
                                  <m:t>+</m:t>
                                </m:r>
                                <m:f>
                                  <m:fPr>
                                    <m:ctrlPr>
                                      <a:rPr lang="en-US" sz="1600" b="0" i="1" smtClean="0">
                                        <a:solidFill>
                                          <a:schemeClr val="tx1">
                                            <a:lumMod val="65000"/>
                                            <a:lumOff val="35000"/>
                                          </a:schemeClr>
                                        </a:solidFill>
                                        <a:latin typeface="Cambria Math" panose="02040503050406030204" pitchFamily="18" charset="0"/>
                                      </a:rPr>
                                    </m:ctrlPr>
                                  </m:fPr>
                                  <m:num>
                                    <m:r>
                                      <m:rPr>
                                        <m:brk m:alnAt="7"/>
                                      </m:rPr>
                                      <a:rPr lang="en-US" sz="1600" b="0" i="1" smtClean="0">
                                        <a:solidFill>
                                          <a:schemeClr val="tx1">
                                            <a:lumMod val="65000"/>
                                            <a:lumOff val="35000"/>
                                          </a:schemeClr>
                                        </a:solidFill>
                                        <a:latin typeface="Cambria Math" panose="02040503050406030204" pitchFamily="18" charset="0"/>
                                      </a:rPr>
                                      <m:t>1</m:t>
                                    </m:r>
                                  </m:num>
                                  <m:den>
                                    <m:r>
                                      <m:rPr>
                                        <m:brk m:alnAt="7"/>
                                      </m:rPr>
                                      <a:rPr lang="en-US" sz="1600" b="0" i="1" smtClean="0">
                                        <a:solidFill>
                                          <a:schemeClr val="tx1">
                                            <a:lumMod val="65000"/>
                                            <a:lumOff val="35000"/>
                                          </a:schemeClr>
                                        </a:solidFill>
                                        <a:latin typeface="Cambria Math" panose="02040503050406030204" pitchFamily="18" charset="0"/>
                                      </a:rPr>
                                      <m:t>6</m:t>
                                    </m:r>
                                  </m:den>
                                </m:f>
                                <m:r>
                                  <m:rPr>
                                    <m:brk m:alnAt="7"/>
                                  </m:rP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𝑘</m:t>
                                    </m:r>
                                  </m:e>
                                  <m:sub>
                                    <m:r>
                                      <m:rPr>
                                        <m:brk m:alnAt="7"/>
                                      </m:rPr>
                                      <a:rPr lang="en-US" sz="1600" b="0" i="1" smtClean="0">
                                        <a:solidFill>
                                          <a:schemeClr val="tx1">
                                            <a:lumMod val="65000"/>
                                            <a:lumOff val="35000"/>
                                          </a:schemeClr>
                                        </a:solidFill>
                                        <a:latin typeface="Cambria Math" panose="02040503050406030204" pitchFamily="18" charset="0"/>
                                      </a:rPr>
                                      <m:t>1</m:t>
                                    </m:r>
                                  </m:sub>
                                </m:sSub>
                                <m:r>
                                  <m:rPr>
                                    <m:brk m:alnAt="7"/>
                                  </m:rPr>
                                  <a:rPr lang="en-US" sz="1600" b="0" i="1" smtClean="0">
                                    <a:solidFill>
                                      <a:schemeClr val="tx1">
                                        <a:lumMod val="65000"/>
                                        <a:lumOff val="35000"/>
                                      </a:schemeClr>
                                    </a:solidFill>
                                    <a:latin typeface="Cambria Math" panose="02040503050406030204" pitchFamily="18" charset="0"/>
                                  </a:rPr>
                                  <m:t>+</m:t>
                                </m:r>
                                <m:r>
                                  <a:rPr lang="en-US" sz="1600" b="0" i="1" smtClean="0">
                                    <a:solidFill>
                                      <a:schemeClr val="tx1">
                                        <a:lumMod val="65000"/>
                                        <a:lumOff val="35000"/>
                                      </a:schemeClr>
                                    </a:solidFill>
                                    <a:latin typeface="Cambria Math" panose="02040503050406030204" pitchFamily="18" charset="0"/>
                                  </a:rPr>
                                  <m:t>2</m:t>
                                </m:r>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𝑘</m:t>
                                    </m:r>
                                  </m:e>
                                  <m:sub>
                                    <m:r>
                                      <m:rPr>
                                        <m:brk m:alnAt="7"/>
                                      </m:rPr>
                                      <a:rPr lang="en-US" sz="1600" b="0" i="1" smtClean="0">
                                        <a:solidFill>
                                          <a:schemeClr val="tx1">
                                            <a:lumMod val="65000"/>
                                            <a:lumOff val="35000"/>
                                          </a:schemeClr>
                                        </a:solidFill>
                                        <a:latin typeface="Cambria Math" panose="02040503050406030204" pitchFamily="18" charset="0"/>
                                      </a:rPr>
                                      <m:t>2</m:t>
                                    </m:r>
                                  </m:sub>
                                </m:sSub>
                                <m:r>
                                  <m:rPr>
                                    <m:brk m:alnAt="7"/>
                                  </m:rPr>
                                  <a:rPr lang="en-US" sz="1600" b="0" i="1" smtClean="0">
                                    <a:solidFill>
                                      <a:schemeClr val="tx1">
                                        <a:lumMod val="65000"/>
                                        <a:lumOff val="35000"/>
                                      </a:schemeClr>
                                    </a:solidFill>
                                    <a:latin typeface="Cambria Math" panose="02040503050406030204" pitchFamily="18" charset="0"/>
                                  </a:rPr>
                                  <m:t>+</m:t>
                                </m:r>
                                <m:r>
                                  <a:rPr lang="en-US" sz="1600" b="0" i="1" smtClean="0">
                                    <a:solidFill>
                                      <a:schemeClr val="tx1">
                                        <a:lumMod val="65000"/>
                                        <a:lumOff val="35000"/>
                                      </a:schemeClr>
                                    </a:solidFill>
                                    <a:latin typeface="Cambria Math" panose="02040503050406030204" pitchFamily="18" charset="0"/>
                                  </a:rPr>
                                  <m:t>2</m:t>
                                </m:r>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𝑘</m:t>
                                    </m:r>
                                  </m:e>
                                  <m:sub>
                                    <m:r>
                                      <m:rPr>
                                        <m:brk m:alnAt="7"/>
                                      </m:rPr>
                                      <a:rPr lang="en-US" sz="1600" b="0" i="1" smtClean="0">
                                        <a:solidFill>
                                          <a:schemeClr val="tx1">
                                            <a:lumMod val="65000"/>
                                            <a:lumOff val="35000"/>
                                          </a:schemeClr>
                                        </a:solidFill>
                                        <a:latin typeface="Cambria Math" panose="02040503050406030204" pitchFamily="18" charset="0"/>
                                      </a:rPr>
                                      <m:t>3</m:t>
                                    </m:r>
                                  </m:sub>
                                </m:sSub>
                                <m:r>
                                  <m:rPr>
                                    <m:brk m:alnAt="7"/>
                                  </m:rP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𝑘</m:t>
                                    </m:r>
                                  </m:e>
                                  <m:sub>
                                    <m:r>
                                      <m:rPr>
                                        <m:brk m:alnAt="7"/>
                                      </m:rPr>
                                      <a:rPr lang="en-US" sz="1600" b="0" i="1" smtClean="0">
                                        <a:solidFill>
                                          <a:schemeClr val="tx1">
                                            <a:lumMod val="65000"/>
                                            <a:lumOff val="35000"/>
                                          </a:schemeClr>
                                        </a:solidFill>
                                        <a:latin typeface="Cambria Math" panose="02040503050406030204" pitchFamily="18" charset="0"/>
                                      </a:rPr>
                                      <m:t>4</m:t>
                                    </m:r>
                                  </m:sub>
                                </m:sSub>
                                <m:r>
                                  <m:rPr>
                                    <m:brk m:alnAt="7"/>
                                  </m:rPr>
                                  <a:rPr lang="en-US" sz="1600" b="0" i="1" smtClean="0">
                                    <a:solidFill>
                                      <a:schemeClr val="tx1">
                                        <a:lumMod val="65000"/>
                                        <a:lumOff val="35000"/>
                                      </a:schemeClr>
                                    </a:solidFill>
                                    <a:latin typeface="Cambria Math" panose="02040503050406030204" pitchFamily="18" charset="0"/>
                                  </a:rPr>
                                  <m:t>)</m:t>
                                </m:r>
                              </m:e>
                            </m:mr>
                            <m:mr>
                              <m:e>
                                <m:m>
                                  <m:mPr>
                                    <m:mcs>
                                      <m:mc>
                                        <m:mcPr>
                                          <m:count m:val="1"/>
                                          <m:mcJc m:val="center"/>
                                        </m:mcPr>
                                      </m:mc>
                                    </m:mcs>
                                    <m:ctrlPr>
                                      <a:rPr lang="en-US" sz="1600" i="1" smtClean="0">
                                        <a:solidFill>
                                          <a:schemeClr val="tx1">
                                            <a:lumMod val="65000"/>
                                            <a:lumOff val="35000"/>
                                          </a:schemeClr>
                                        </a:solidFill>
                                        <a:latin typeface="Cambria Math" panose="02040503050406030204" pitchFamily="18" charset="0"/>
                                      </a:rPr>
                                    </m:ctrlPr>
                                  </m:mPr>
                                  <m:mr>
                                    <m:e>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𝑘</m:t>
                                          </m:r>
                                        </m:e>
                                        <m:sub>
                                          <m:r>
                                            <m:rPr>
                                              <m:brk m:alnAt="7"/>
                                            </m:rPr>
                                            <a:rPr lang="en-US" sz="1600" b="0" i="1" smtClean="0">
                                              <a:solidFill>
                                                <a:schemeClr val="tx1">
                                                  <a:lumMod val="65000"/>
                                                  <a:lumOff val="35000"/>
                                                </a:schemeClr>
                                              </a:solidFill>
                                              <a:latin typeface="Cambria Math" panose="02040503050406030204" pitchFamily="18" charset="0"/>
                                            </a:rPr>
                                            <m:t>1</m:t>
                                          </m:r>
                                        </m:sub>
                                      </m:sSub>
                                      <m:r>
                                        <m:rPr>
                                          <m:brk m:alnAt="7"/>
                                        </m:rPr>
                                        <a:rPr lang="en-US" sz="1600" b="0" i="1" smtClean="0">
                                          <a:solidFill>
                                            <a:schemeClr val="tx1">
                                              <a:lumMod val="65000"/>
                                              <a:lumOff val="35000"/>
                                            </a:schemeClr>
                                          </a:solidFill>
                                          <a:latin typeface="Cambria Math" panose="02040503050406030204" pitchFamily="18" charset="0"/>
                                        </a:rPr>
                                        <m:t>=</m:t>
                                      </m:r>
                                      <m:r>
                                        <a:rPr lang="en-US" sz="1600" b="0" i="1" smtClean="0">
                                          <a:solidFill>
                                            <a:schemeClr val="tx1">
                                              <a:lumMod val="65000"/>
                                              <a:lumOff val="35000"/>
                                            </a:schemeClr>
                                          </a:solidFill>
                                          <a:latin typeface="Cambria Math" panose="02040503050406030204" pitchFamily="18" charset="0"/>
                                        </a:rPr>
                                        <m:t>h𝑓</m:t>
                                      </m:r>
                                      <m: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𝑡</m:t>
                                          </m:r>
                                        </m:e>
                                        <m:sub>
                                          <m:r>
                                            <m:rPr>
                                              <m:brk m:alnAt="7"/>
                                            </m:rPr>
                                            <a:rPr lang="en-US" sz="1600" b="0" i="1" smtClean="0">
                                              <a:solidFill>
                                                <a:schemeClr val="tx1">
                                                  <a:lumMod val="65000"/>
                                                  <a:lumOff val="35000"/>
                                                </a:schemeClr>
                                              </a:solidFill>
                                              <a:latin typeface="Cambria Math" panose="02040503050406030204" pitchFamily="18" charset="0"/>
                                            </a:rPr>
                                            <m:t>𝑖</m:t>
                                          </m:r>
                                        </m:sub>
                                      </m:sSub>
                                      <m:r>
                                        <m:rPr>
                                          <m:brk m:alnAt="7"/>
                                        </m:rP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𝑦</m:t>
                                          </m:r>
                                        </m:e>
                                        <m:sub>
                                          <m:r>
                                            <m:rPr>
                                              <m:brk m:alnAt="7"/>
                                            </m:rPr>
                                            <a:rPr lang="en-US" sz="1600" b="0" i="1" smtClean="0">
                                              <a:solidFill>
                                                <a:schemeClr val="tx1">
                                                  <a:lumMod val="65000"/>
                                                  <a:lumOff val="35000"/>
                                                </a:schemeClr>
                                              </a:solidFill>
                                              <a:latin typeface="Cambria Math" panose="02040503050406030204" pitchFamily="18" charset="0"/>
                                            </a:rPr>
                                            <m:t>𝑖</m:t>
                                          </m:r>
                                        </m:sub>
                                      </m:sSub>
                                      <m:r>
                                        <m:rPr>
                                          <m:brk m:alnAt="7"/>
                                        </m:rPr>
                                        <a:rPr lang="en-US" sz="1600" b="0" i="1" smtClean="0">
                                          <a:solidFill>
                                            <a:schemeClr val="tx1">
                                              <a:lumMod val="65000"/>
                                              <a:lumOff val="35000"/>
                                            </a:schemeClr>
                                          </a:solidFill>
                                          <a:latin typeface="Cambria Math" panose="02040503050406030204" pitchFamily="18" charset="0"/>
                                        </a:rPr>
                                        <m:t>)</m:t>
                                      </m:r>
                                    </m:e>
                                  </m:mr>
                                  <m:mr>
                                    <m:e>
                                      <m:m>
                                        <m:mPr>
                                          <m:mcs>
                                            <m:mc>
                                              <m:mcPr>
                                                <m:count m:val="1"/>
                                                <m:mcJc m:val="center"/>
                                              </m:mcPr>
                                            </m:mc>
                                          </m:mcs>
                                          <m:ctrlPr>
                                            <a:rPr lang="en-US" sz="1600" i="1" smtClean="0">
                                              <a:solidFill>
                                                <a:schemeClr val="tx1">
                                                  <a:lumMod val="65000"/>
                                                  <a:lumOff val="35000"/>
                                                </a:schemeClr>
                                              </a:solidFill>
                                              <a:latin typeface="Cambria Math" panose="02040503050406030204" pitchFamily="18" charset="0"/>
                                            </a:rPr>
                                          </m:ctrlPr>
                                        </m:mPr>
                                        <m:mr>
                                          <m:e>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𝑘</m:t>
                                                </m:r>
                                              </m:e>
                                              <m:sub>
                                                <m:r>
                                                  <m:rPr>
                                                    <m:brk m:alnAt="7"/>
                                                  </m:rPr>
                                                  <a:rPr lang="en-US" sz="1600" b="0" i="1" smtClean="0">
                                                    <a:solidFill>
                                                      <a:schemeClr val="tx1">
                                                        <a:lumMod val="65000"/>
                                                        <a:lumOff val="35000"/>
                                                      </a:schemeClr>
                                                    </a:solidFill>
                                                    <a:latin typeface="Cambria Math" panose="02040503050406030204" pitchFamily="18" charset="0"/>
                                                  </a:rPr>
                                                  <m:t>2</m:t>
                                                </m:r>
                                              </m:sub>
                                            </m:sSub>
                                            <m:r>
                                              <m:rPr>
                                                <m:brk m:alnAt="7"/>
                                              </m:rPr>
                                              <a:rPr lang="en-US" sz="1600" b="0" i="1" smtClean="0">
                                                <a:solidFill>
                                                  <a:schemeClr val="tx1">
                                                    <a:lumMod val="65000"/>
                                                    <a:lumOff val="35000"/>
                                                  </a:schemeClr>
                                                </a:solidFill>
                                                <a:latin typeface="Cambria Math" panose="02040503050406030204" pitchFamily="18" charset="0"/>
                                              </a:rPr>
                                              <m:t>=</m:t>
                                            </m:r>
                                            <m:r>
                                              <a:rPr lang="en-US" sz="1600" b="0" i="1" smtClean="0">
                                                <a:solidFill>
                                                  <a:schemeClr val="tx1">
                                                    <a:lumMod val="65000"/>
                                                    <a:lumOff val="35000"/>
                                                  </a:schemeClr>
                                                </a:solidFill>
                                                <a:latin typeface="Cambria Math" panose="02040503050406030204" pitchFamily="18" charset="0"/>
                                              </a:rPr>
                                              <m:t>h𝑓</m:t>
                                            </m:r>
                                            <m: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𝑡</m:t>
                                                </m:r>
                                              </m:e>
                                              <m:sub>
                                                <m:r>
                                                  <m:rPr>
                                                    <m:brk m:alnAt="7"/>
                                                  </m:rPr>
                                                  <a:rPr lang="en-US" sz="1600" b="0" i="1" smtClean="0">
                                                    <a:solidFill>
                                                      <a:schemeClr val="tx1">
                                                        <a:lumMod val="65000"/>
                                                        <a:lumOff val="35000"/>
                                                      </a:schemeClr>
                                                    </a:solidFill>
                                                    <a:latin typeface="Cambria Math" panose="02040503050406030204" pitchFamily="18" charset="0"/>
                                                  </a:rPr>
                                                  <m:t>𝑖</m:t>
                                                </m:r>
                                              </m:sub>
                                            </m:sSub>
                                            <m:r>
                                              <m:rPr>
                                                <m:brk m:alnAt="7"/>
                                              </m:rPr>
                                              <a:rPr lang="en-US" sz="1600" b="0" i="1" smtClean="0">
                                                <a:solidFill>
                                                  <a:schemeClr val="tx1">
                                                    <a:lumMod val="65000"/>
                                                    <a:lumOff val="35000"/>
                                                  </a:schemeClr>
                                                </a:solidFill>
                                                <a:latin typeface="Cambria Math" panose="02040503050406030204" pitchFamily="18" charset="0"/>
                                              </a:rPr>
                                              <m:t>+</m:t>
                                            </m:r>
                                            <m:f>
                                              <m:fPr>
                                                <m:ctrlPr>
                                                  <a:rPr lang="en-US" sz="1600" b="0" i="1" smtClean="0">
                                                    <a:solidFill>
                                                      <a:schemeClr val="tx1">
                                                        <a:lumMod val="65000"/>
                                                        <a:lumOff val="35000"/>
                                                      </a:schemeClr>
                                                    </a:solidFill>
                                                    <a:latin typeface="Cambria Math" panose="02040503050406030204" pitchFamily="18" charset="0"/>
                                                  </a:rPr>
                                                </m:ctrlPr>
                                              </m:fPr>
                                              <m:num>
                                                <m:r>
                                                  <m:rPr>
                                                    <m:brk m:alnAt="7"/>
                                                  </m:rPr>
                                                  <a:rPr lang="en-US" sz="1600" b="0" i="1" smtClean="0">
                                                    <a:solidFill>
                                                      <a:schemeClr val="tx1">
                                                        <a:lumMod val="65000"/>
                                                        <a:lumOff val="35000"/>
                                                      </a:schemeClr>
                                                    </a:solidFill>
                                                    <a:latin typeface="Cambria Math" panose="02040503050406030204" pitchFamily="18" charset="0"/>
                                                  </a:rPr>
                                                  <m:t>h</m:t>
                                                </m:r>
                                              </m:num>
                                              <m:den>
                                                <m:r>
                                                  <m:rPr>
                                                    <m:brk m:alnAt="7"/>
                                                  </m:rPr>
                                                  <a:rPr lang="en-US" sz="1600" b="0" i="1" smtClean="0">
                                                    <a:solidFill>
                                                      <a:schemeClr val="tx1">
                                                        <a:lumMod val="65000"/>
                                                        <a:lumOff val="35000"/>
                                                      </a:schemeClr>
                                                    </a:solidFill>
                                                    <a:latin typeface="Cambria Math" panose="02040503050406030204" pitchFamily="18" charset="0"/>
                                                  </a:rPr>
                                                  <m:t>2</m:t>
                                                </m:r>
                                              </m:den>
                                            </m:f>
                                            <m:r>
                                              <m:rPr>
                                                <m:brk m:alnAt="7"/>
                                              </m:rP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𝑦</m:t>
                                                </m:r>
                                              </m:e>
                                              <m:sub>
                                                <m:r>
                                                  <m:rPr>
                                                    <m:brk m:alnAt="7"/>
                                                  </m:rPr>
                                                  <a:rPr lang="en-US" sz="1600" b="0" i="1" smtClean="0">
                                                    <a:solidFill>
                                                      <a:schemeClr val="tx1">
                                                        <a:lumMod val="65000"/>
                                                        <a:lumOff val="35000"/>
                                                      </a:schemeClr>
                                                    </a:solidFill>
                                                    <a:latin typeface="Cambria Math" panose="02040503050406030204" pitchFamily="18" charset="0"/>
                                                  </a:rPr>
                                                  <m:t>𝑖</m:t>
                                                </m:r>
                                              </m:sub>
                                            </m:sSub>
                                            <m:r>
                                              <m:rPr>
                                                <m:brk m:alnAt="7"/>
                                              </m:rPr>
                                              <a:rPr lang="en-US" sz="1600" b="0" i="1" smtClean="0">
                                                <a:solidFill>
                                                  <a:schemeClr val="tx1">
                                                    <a:lumMod val="65000"/>
                                                    <a:lumOff val="35000"/>
                                                  </a:schemeClr>
                                                </a:solidFill>
                                                <a:latin typeface="Cambria Math" panose="02040503050406030204" pitchFamily="18" charset="0"/>
                                              </a:rPr>
                                              <m:t>+</m:t>
                                            </m:r>
                                            <m:f>
                                              <m:fPr>
                                                <m:ctrlPr>
                                                  <a:rPr lang="en-US" sz="1600" b="0" i="1" smtClean="0">
                                                    <a:solidFill>
                                                      <a:schemeClr val="tx1">
                                                        <a:lumMod val="65000"/>
                                                        <a:lumOff val="35000"/>
                                                      </a:schemeClr>
                                                    </a:solidFill>
                                                    <a:latin typeface="Cambria Math" panose="02040503050406030204" pitchFamily="18" charset="0"/>
                                                  </a:rPr>
                                                </m:ctrlPr>
                                              </m:fPr>
                                              <m:num>
                                                <m:r>
                                                  <m:rPr>
                                                    <m:brk m:alnAt="7"/>
                                                  </m:rPr>
                                                  <a:rPr lang="en-US" sz="1600" b="0" i="1" smtClean="0">
                                                    <a:solidFill>
                                                      <a:schemeClr val="tx1">
                                                        <a:lumMod val="65000"/>
                                                        <a:lumOff val="35000"/>
                                                      </a:schemeClr>
                                                    </a:solidFill>
                                                    <a:latin typeface="Cambria Math" panose="02040503050406030204" pitchFamily="18" charset="0"/>
                                                  </a:rPr>
                                                  <m:t>1</m:t>
                                                </m:r>
                                              </m:num>
                                              <m:den>
                                                <m:r>
                                                  <m:rPr>
                                                    <m:brk m:alnAt="7"/>
                                                  </m:rPr>
                                                  <a:rPr lang="en-US" sz="1600" b="0" i="1" smtClean="0">
                                                    <a:solidFill>
                                                      <a:schemeClr val="tx1">
                                                        <a:lumMod val="65000"/>
                                                        <a:lumOff val="35000"/>
                                                      </a:schemeClr>
                                                    </a:solidFill>
                                                    <a:latin typeface="Cambria Math" panose="02040503050406030204" pitchFamily="18" charset="0"/>
                                                  </a:rPr>
                                                  <m:t>2</m:t>
                                                </m:r>
                                              </m:den>
                                            </m:f>
                                            <m:sSub>
                                              <m:sSubPr>
                                                <m:ctrlPr>
                                                  <a:rPr lang="en-US" sz="1600" b="0" i="1" smtClean="0">
                                                    <a:solidFill>
                                                      <a:schemeClr val="tx1">
                                                        <a:lumMod val="65000"/>
                                                        <a:lumOff val="35000"/>
                                                      </a:schemeClr>
                                                    </a:solidFill>
                                                    <a:latin typeface="Cambria Math" panose="02040503050406030204" pitchFamily="18" charset="0"/>
                                                  </a:rPr>
                                                </m:ctrlPr>
                                              </m:sSubPr>
                                              <m:e>
                                                <m:r>
                                                  <m:rPr>
                                                    <m:brk m:alnAt="7"/>
                                                  </m:rPr>
                                                  <a:rPr lang="en-US" sz="1600" b="0" i="1" smtClean="0">
                                                    <a:solidFill>
                                                      <a:schemeClr val="tx1">
                                                        <a:lumMod val="65000"/>
                                                        <a:lumOff val="35000"/>
                                                      </a:schemeClr>
                                                    </a:solidFill>
                                                    <a:latin typeface="Cambria Math" panose="02040503050406030204" pitchFamily="18" charset="0"/>
                                                  </a:rPr>
                                                  <m:t>𝑘</m:t>
                                                </m:r>
                                              </m:e>
                                              <m:sub>
                                                <m:r>
                                                  <m:rPr>
                                                    <m:brk m:alnAt="7"/>
                                                  </m:rPr>
                                                  <a:rPr lang="en-US" sz="1600" b="0" i="1" smtClean="0">
                                                    <a:solidFill>
                                                      <a:schemeClr val="tx1">
                                                        <a:lumMod val="65000"/>
                                                        <a:lumOff val="35000"/>
                                                      </a:schemeClr>
                                                    </a:solidFill>
                                                    <a:latin typeface="Cambria Math" panose="02040503050406030204" pitchFamily="18" charset="0"/>
                                                  </a:rPr>
                                                  <m:t>1</m:t>
                                                </m:r>
                                              </m:sub>
                                            </m:sSub>
                                            <m:r>
                                              <m:rPr>
                                                <m:brk m:alnAt="7"/>
                                              </m:rPr>
                                              <a:rPr lang="en-US" sz="1600" b="0" i="1" smtClean="0">
                                                <a:solidFill>
                                                  <a:schemeClr val="tx1">
                                                    <a:lumMod val="65000"/>
                                                    <a:lumOff val="35000"/>
                                                  </a:schemeClr>
                                                </a:solidFill>
                                                <a:latin typeface="Cambria Math" panose="02040503050406030204" pitchFamily="18" charset="0"/>
                                              </a:rPr>
                                              <m:t>)</m:t>
                                            </m:r>
                                          </m:e>
                                        </m:mr>
                                        <m:mr>
                                          <m:e>
                                            <m:sSub>
                                              <m:sSubPr>
                                                <m:ctrlPr>
                                                  <a:rPr lang="en-US" sz="1600" b="0" i="1" smtClean="0">
                                                    <a:solidFill>
                                                      <a:schemeClr val="tx1">
                                                        <a:lumMod val="65000"/>
                                                        <a:lumOff val="35000"/>
                                                      </a:schemeClr>
                                                    </a:solidFill>
                                                    <a:latin typeface="Cambria Math" panose="02040503050406030204" pitchFamily="18" charset="0"/>
                                                  </a:rPr>
                                                </m:ctrlPr>
                                              </m:sSubPr>
                                              <m:e>
                                                <m:r>
                                                  <a:rPr lang="en-US" sz="1600" b="0" i="1" smtClean="0">
                                                    <a:solidFill>
                                                      <a:schemeClr val="tx1">
                                                        <a:lumMod val="65000"/>
                                                        <a:lumOff val="35000"/>
                                                      </a:schemeClr>
                                                    </a:solidFill>
                                                    <a:latin typeface="Cambria Math" panose="02040503050406030204" pitchFamily="18" charset="0"/>
                                                  </a:rPr>
                                                  <m:t>𝑘</m:t>
                                                </m:r>
                                              </m:e>
                                              <m:sub>
                                                <m:r>
                                                  <a:rPr lang="en-US" sz="1600" b="0" i="1" smtClean="0">
                                                    <a:solidFill>
                                                      <a:schemeClr val="tx1">
                                                        <a:lumMod val="65000"/>
                                                        <a:lumOff val="35000"/>
                                                      </a:schemeClr>
                                                    </a:solidFill>
                                                    <a:latin typeface="Cambria Math" panose="02040503050406030204" pitchFamily="18" charset="0"/>
                                                  </a:rPr>
                                                  <m:t>3</m:t>
                                                </m:r>
                                              </m:sub>
                                            </m:sSub>
                                            <m:r>
                                              <a:rPr lang="en-US" sz="1600" b="0" i="1" smtClean="0">
                                                <a:solidFill>
                                                  <a:schemeClr val="tx1">
                                                    <a:lumMod val="65000"/>
                                                    <a:lumOff val="35000"/>
                                                  </a:schemeClr>
                                                </a:solidFill>
                                                <a:latin typeface="Cambria Math" panose="02040503050406030204" pitchFamily="18" charset="0"/>
                                              </a:rPr>
                                              <m:t>=</m:t>
                                            </m:r>
                                            <m:r>
                                              <a:rPr lang="en-US" sz="1600" b="0" i="1" smtClean="0">
                                                <a:solidFill>
                                                  <a:schemeClr val="tx1">
                                                    <a:lumMod val="65000"/>
                                                    <a:lumOff val="35000"/>
                                                  </a:schemeClr>
                                                </a:solidFill>
                                                <a:latin typeface="Cambria Math" panose="02040503050406030204" pitchFamily="18" charset="0"/>
                                              </a:rPr>
                                              <m:t>h𝑓</m:t>
                                            </m:r>
                                            <m: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a:rPr lang="en-US" sz="1600" b="0" i="1" smtClean="0">
                                                    <a:solidFill>
                                                      <a:schemeClr val="tx1">
                                                        <a:lumMod val="65000"/>
                                                        <a:lumOff val="35000"/>
                                                      </a:schemeClr>
                                                    </a:solidFill>
                                                    <a:latin typeface="Cambria Math" panose="02040503050406030204" pitchFamily="18" charset="0"/>
                                                  </a:rPr>
                                                  <m:t>𝑡</m:t>
                                                </m:r>
                                              </m:e>
                                              <m:sub>
                                                <m:r>
                                                  <a:rPr lang="en-US" sz="1600" b="0" i="1" smtClean="0">
                                                    <a:solidFill>
                                                      <a:schemeClr val="tx1">
                                                        <a:lumMod val="65000"/>
                                                        <a:lumOff val="35000"/>
                                                      </a:schemeClr>
                                                    </a:solidFill>
                                                    <a:latin typeface="Cambria Math" panose="02040503050406030204" pitchFamily="18" charset="0"/>
                                                  </a:rPr>
                                                  <m:t>𝑖</m:t>
                                                </m:r>
                                              </m:sub>
                                            </m:sSub>
                                            <m:r>
                                              <a:rPr lang="en-US" sz="1600" b="0" i="1" smtClean="0">
                                                <a:solidFill>
                                                  <a:schemeClr val="tx1">
                                                    <a:lumMod val="65000"/>
                                                    <a:lumOff val="35000"/>
                                                  </a:schemeClr>
                                                </a:solidFill>
                                                <a:latin typeface="Cambria Math" panose="02040503050406030204" pitchFamily="18" charset="0"/>
                                              </a:rPr>
                                              <m:t>+</m:t>
                                            </m:r>
                                            <m:f>
                                              <m:fPr>
                                                <m:ctrlPr>
                                                  <a:rPr lang="en-US" sz="1600" b="0" i="1" smtClean="0">
                                                    <a:solidFill>
                                                      <a:schemeClr val="tx1">
                                                        <a:lumMod val="65000"/>
                                                        <a:lumOff val="35000"/>
                                                      </a:schemeClr>
                                                    </a:solidFill>
                                                    <a:latin typeface="Cambria Math" panose="02040503050406030204" pitchFamily="18" charset="0"/>
                                                  </a:rPr>
                                                </m:ctrlPr>
                                              </m:fPr>
                                              <m:num>
                                                <m:r>
                                                  <a:rPr lang="en-US" sz="1600" b="0" i="1" smtClean="0">
                                                    <a:solidFill>
                                                      <a:schemeClr val="tx1">
                                                        <a:lumMod val="65000"/>
                                                        <a:lumOff val="35000"/>
                                                      </a:schemeClr>
                                                    </a:solidFill>
                                                    <a:latin typeface="Cambria Math" panose="02040503050406030204" pitchFamily="18" charset="0"/>
                                                  </a:rPr>
                                                  <m:t>h</m:t>
                                                </m:r>
                                              </m:num>
                                              <m:den>
                                                <m:r>
                                                  <a:rPr lang="en-US" sz="1600" b="0" i="1" smtClean="0">
                                                    <a:solidFill>
                                                      <a:schemeClr val="tx1">
                                                        <a:lumMod val="65000"/>
                                                        <a:lumOff val="35000"/>
                                                      </a:schemeClr>
                                                    </a:solidFill>
                                                    <a:latin typeface="Cambria Math" panose="02040503050406030204" pitchFamily="18" charset="0"/>
                                                  </a:rPr>
                                                  <m:t>2</m:t>
                                                </m:r>
                                              </m:den>
                                            </m:f>
                                            <m: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a:rPr lang="en-US" sz="1600" b="0" i="1" smtClean="0">
                                                    <a:solidFill>
                                                      <a:schemeClr val="tx1">
                                                        <a:lumMod val="65000"/>
                                                        <a:lumOff val="35000"/>
                                                      </a:schemeClr>
                                                    </a:solidFill>
                                                    <a:latin typeface="Cambria Math" panose="02040503050406030204" pitchFamily="18" charset="0"/>
                                                  </a:rPr>
                                                  <m:t>𝑦</m:t>
                                                </m:r>
                                              </m:e>
                                              <m:sub>
                                                <m:r>
                                                  <a:rPr lang="en-US" sz="1600" b="0" i="1" smtClean="0">
                                                    <a:solidFill>
                                                      <a:schemeClr val="tx1">
                                                        <a:lumMod val="65000"/>
                                                        <a:lumOff val="35000"/>
                                                      </a:schemeClr>
                                                    </a:solidFill>
                                                    <a:latin typeface="Cambria Math" panose="02040503050406030204" pitchFamily="18" charset="0"/>
                                                  </a:rPr>
                                                  <m:t>𝑖</m:t>
                                                </m:r>
                                              </m:sub>
                                            </m:sSub>
                                            <m:r>
                                              <a:rPr lang="en-US" sz="1600" b="0" i="1" smtClean="0">
                                                <a:solidFill>
                                                  <a:schemeClr val="tx1">
                                                    <a:lumMod val="65000"/>
                                                    <a:lumOff val="35000"/>
                                                  </a:schemeClr>
                                                </a:solidFill>
                                                <a:latin typeface="Cambria Math" panose="02040503050406030204" pitchFamily="18" charset="0"/>
                                              </a:rPr>
                                              <m:t>+</m:t>
                                            </m:r>
                                            <m:f>
                                              <m:fPr>
                                                <m:ctrlPr>
                                                  <a:rPr lang="en-US" sz="1600" b="0" i="1" smtClean="0">
                                                    <a:solidFill>
                                                      <a:schemeClr val="tx1">
                                                        <a:lumMod val="65000"/>
                                                        <a:lumOff val="35000"/>
                                                      </a:schemeClr>
                                                    </a:solidFill>
                                                    <a:latin typeface="Cambria Math" panose="02040503050406030204" pitchFamily="18" charset="0"/>
                                                  </a:rPr>
                                                </m:ctrlPr>
                                              </m:fPr>
                                              <m:num>
                                                <m:r>
                                                  <a:rPr lang="en-US" sz="1600" b="0" i="1" smtClean="0">
                                                    <a:solidFill>
                                                      <a:schemeClr val="tx1">
                                                        <a:lumMod val="65000"/>
                                                        <a:lumOff val="35000"/>
                                                      </a:schemeClr>
                                                    </a:solidFill>
                                                    <a:latin typeface="Cambria Math" panose="02040503050406030204" pitchFamily="18" charset="0"/>
                                                  </a:rPr>
                                                  <m:t>1</m:t>
                                                </m:r>
                                              </m:num>
                                              <m:den>
                                                <m:r>
                                                  <a:rPr lang="en-US" sz="1600" b="0" i="1" smtClean="0">
                                                    <a:solidFill>
                                                      <a:schemeClr val="tx1">
                                                        <a:lumMod val="65000"/>
                                                        <a:lumOff val="35000"/>
                                                      </a:schemeClr>
                                                    </a:solidFill>
                                                    <a:latin typeface="Cambria Math" panose="02040503050406030204" pitchFamily="18" charset="0"/>
                                                  </a:rPr>
                                                  <m:t>2</m:t>
                                                </m:r>
                                              </m:den>
                                            </m:f>
                                            <m:sSub>
                                              <m:sSubPr>
                                                <m:ctrlPr>
                                                  <a:rPr lang="en-US" sz="1600" b="0" i="1" smtClean="0">
                                                    <a:solidFill>
                                                      <a:schemeClr val="tx1">
                                                        <a:lumMod val="65000"/>
                                                        <a:lumOff val="35000"/>
                                                      </a:schemeClr>
                                                    </a:solidFill>
                                                    <a:latin typeface="Cambria Math" panose="02040503050406030204" pitchFamily="18" charset="0"/>
                                                  </a:rPr>
                                                </m:ctrlPr>
                                              </m:sSubPr>
                                              <m:e>
                                                <m:r>
                                                  <a:rPr lang="en-US" sz="1600" b="0" i="1" smtClean="0">
                                                    <a:solidFill>
                                                      <a:schemeClr val="tx1">
                                                        <a:lumMod val="65000"/>
                                                        <a:lumOff val="35000"/>
                                                      </a:schemeClr>
                                                    </a:solidFill>
                                                    <a:latin typeface="Cambria Math" panose="02040503050406030204" pitchFamily="18" charset="0"/>
                                                  </a:rPr>
                                                  <m:t>𝑘</m:t>
                                                </m:r>
                                              </m:e>
                                              <m:sub>
                                                <m:r>
                                                  <a:rPr lang="en-US" sz="1600" b="0" i="1" smtClean="0">
                                                    <a:solidFill>
                                                      <a:schemeClr val="tx1">
                                                        <a:lumMod val="65000"/>
                                                        <a:lumOff val="35000"/>
                                                      </a:schemeClr>
                                                    </a:solidFill>
                                                    <a:latin typeface="Cambria Math" panose="02040503050406030204" pitchFamily="18" charset="0"/>
                                                  </a:rPr>
                                                  <m:t>2</m:t>
                                                </m:r>
                                              </m:sub>
                                            </m:sSub>
                                            <m:r>
                                              <a:rPr lang="en-US" sz="1600" b="0" i="1" smtClean="0">
                                                <a:solidFill>
                                                  <a:schemeClr val="tx1">
                                                    <a:lumMod val="65000"/>
                                                    <a:lumOff val="35000"/>
                                                  </a:schemeClr>
                                                </a:solidFill>
                                                <a:latin typeface="Cambria Math" panose="02040503050406030204" pitchFamily="18" charset="0"/>
                                              </a:rPr>
                                              <m:t>)</m:t>
                                            </m:r>
                                          </m:e>
                                        </m:mr>
                                      </m:m>
                                    </m:e>
                                  </m:mr>
                                </m:m>
                              </m:e>
                            </m:mr>
                            <m:mr>
                              <m:e>
                                <m:sSub>
                                  <m:sSubPr>
                                    <m:ctrlPr>
                                      <a:rPr lang="en-US" sz="1600" b="0" i="1" smtClean="0">
                                        <a:solidFill>
                                          <a:schemeClr val="tx1">
                                            <a:lumMod val="65000"/>
                                            <a:lumOff val="35000"/>
                                          </a:schemeClr>
                                        </a:solidFill>
                                        <a:latin typeface="Cambria Math" panose="02040503050406030204" pitchFamily="18" charset="0"/>
                                      </a:rPr>
                                    </m:ctrlPr>
                                  </m:sSubPr>
                                  <m:e>
                                    <m:r>
                                      <a:rPr lang="en-US" sz="1600" b="0" i="1" smtClean="0">
                                        <a:solidFill>
                                          <a:schemeClr val="tx1">
                                            <a:lumMod val="65000"/>
                                            <a:lumOff val="35000"/>
                                          </a:schemeClr>
                                        </a:solidFill>
                                        <a:latin typeface="Cambria Math" panose="02040503050406030204" pitchFamily="18" charset="0"/>
                                      </a:rPr>
                                      <m:t>𝑘</m:t>
                                    </m:r>
                                  </m:e>
                                  <m:sub>
                                    <m:r>
                                      <a:rPr lang="en-US" sz="1600" b="0" i="1" smtClean="0">
                                        <a:solidFill>
                                          <a:schemeClr val="tx1">
                                            <a:lumMod val="65000"/>
                                            <a:lumOff val="35000"/>
                                          </a:schemeClr>
                                        </a:solidFill>
                                        <a:latin typeface="Cambria Math" panose="02040503050406030204" pitchFamily="18" charset="0"/>
                                      </a:rPr>
                                      <m:t>4</m:t>
                                    </m:r>
                                  </m:sub>
                                </m:sSub>
                                <m:r>
                                  <a:rPr lang="en-US" sz="1600" b="0" i="1" smtClean="0">
                                    <a:solidFill>
                                      <a:schemeClr val="tx1">
                                        <a:lumMod val="65000"/>
                                        <a:lumOff val="35000"/>
                                      </a:schemeClr>
                                    </a:solidFill>
                                    <a:latin typeface="Cambria Math" panose="02040503050406030204" pitchFamily="18" charset="0"/>
                                  </a:rPr>
                                  <m:t>=</m:t>
                                </m:r>
                                <m:r>
                                  <a:rPr lang="en-US" sz="1600" b="0" i="1" smtClean="0">
                                    <a:solidFill>
                                      <a:schemeClr val="tx1">
                                        <a:lumMod val="65000"/>
                                        <a:lumOff val="35000"/>
                                      </a:schemeClr>
                                    </a:solidFill>
                                    <a:latin typeface="Cambria Math" panose="02040503050406030204" pitchFamily="18" charset="0"/>
                                  </a:rPr>
                                  <m:t>h𝑓</m:t>
                                </m:r>
                                <m: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a:rPr lang="en-US" sz="1600" b="0" i="1" smtClean="0">
                                        <a:solidFill>
                                          <a:schemeClr val="tx1">
                                            <a:lumMod val="65000"/>
                                            <a:lumOff val="35000"/>
                                          </a:schemeClr>
                                        </a:solidFill>
                                        <a:latin typeface="Cambria Math" panose="02040503050406030204" pitchFamily="18" charset="0"/>
                                      </a:rPr>
                                      <m:t>𝑡</m:t>
                                    </m:r>
                                  </m:e>
                                  <m:sub>
                                    <m:r>
                                      <a:rPr lang="en-US" sz="1600" b="0" i="1" smtClean="0">
                                        <a:solidFill>
                                          <a:schemeClr val="tx1">
                                            <a:lumMod val="65000"/>
                                            <a:lumOff val="35000"/>
                                          </a:schemeClr>
                                        </a:solidFill>
                                        <a:latin typeface="Cambria Math" panose="02040503050406030204" pitchFamily="18" charset="0"/>
                                      </a:rPr>
                                      <m:t>𝑖</m:t>
                                    </m:r>
                                  </m:sub>
                                </m:sSub>
                                <m:r>
                                  <a:rPr lang="en-US" sz="1600" b="0" i="1" smtClean="0">
                                    <a:solidFill>
                                      <a:schemeClr val="tx1">
                                        <a:lumMod val="65000"/>
                                        <a:lumOff val="35000"/>
                                      </a:schemeClr>
                                    </a:solidFill>
                                    <a:latin typeface="Cambria Math" panose="02040503050406030204" pitchFamily="18" charset="0"/>
                                  </a:rPr>
                                  <m:t>+</m:t>
                                </m:r>
                                <m:r>
                                  <a:rPr lang="en-US" sz="1600" b="0" i="1" smtClean="0">
                                    <a:solidFill>
                                      <a:schemeClr val="tx1">
                                        <a:lumMod val="65000"/>
                                        <a:lumOff val="35000"/>
                                      </a:schemeClr>
                                    </a:solidFill>
                                    <a:latin typeface="Cambria Math" panose="02040503050406030204" pitchFamily="18" charset="0"/>
                                  </a:rPr>
                                  <m:t>h</m:t>
                                </m:r>
                                <m: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a:rPr lang="en-US" sz="1600" b="0" i="1" smtClean="0">
                                        <a:solidFill>
                                          <a:schemeClr val="tx1">
                                            <a:lumMod val="65000"/>
                                            <a:lumOff val="35000"/>
                                          </a:schemeClr>
                                        </a:solidFill>
                                        <a:latin typeface="Cambria Math" panose="02040503050406030204" pitchFamily="18" charset="0"/>
                                      </a:rPr>
                                      <m:t>𝑦</m:t>
                                    </m:r>
                                  </m:e>
                                  <m:sub>
                                    <m:r>
                                      <a:rPr lang="en-US" sz="1600" b="0" i="1" smtClean="0">
                                        <a:solidFill>
                                          <a:schemeClr val="tx1">
                                            <a:lumMod val="65000"/>
                                            <a:lumOff val="35000"/>
                                          </a:schemeClr>
                                        </a:solidFill>
                                        <a:latin typeface="Cambria Math" panose="02040503050406030204" pitchFamily="18" charset="0"/>
                                      </a:rPr>
                                      <m:t>𝑖</m:t>
                                    </m:r>
                                  </m:sub>
                                </m:sSub>
                                <m:r>
                                  <a:rPr lang="en-US" sz="1600" b="0" i="1" smtClean="0">
                                    <a:solidFill>
                                      <a:schemeClr val="tx1">
                                        <a:lumMod val="65000"/>
                                        <a:lumOff val="35000"/>
                                      </a:schemeClr>
                                    </a:solidFill>
                                    <a:latin typeface="Cambria Math" panose="02040503050406030204" pitchFamily="18" charset="0"/>
                                  </a:rPr>
                                  <m:t>+</m:t>
                                </m:r>
                                <m:sSub>
                                  <m:sSubPr>
                                    <m:ctrlPr>
                                      <a:rPr lang="en-US" sz="1600" b="0" i="1" smtClean="0">
                                        <a:solidFill>
                                          <a:schemeClr val="tx1">
                                            <a:lumMod val="65000"/>
                                            <a:lumOff val="35000"/>
                                          </a:schemeClr>
                                        </a:solidFill>
                                        <a:latin typeface="Cambria Math" panose="02040503050406030204" pitchFamily="18" charset="0"/>
                                      </a:rPr>
                                    </m:ctrlPr>
                                  </m:sSubPr>
                                  <m:e>
                                    <m:r>
                                      <a:rPr lang="en-US" sz="1600" b="0" i="1" smtClean="0">
                                        <a:solidFill>
                                          <a:schemeClr val="tx1">
                                            <a:lumMod val="65000"/>
                                            <a:lumOff val="35000"/>
                                          </a:schemeClr>
                                        </a:solidFill>
                                        <a:latin typeface="Cambria Math" panose="02040503050406030204" pitchFamily="18" charset="0"/>
                                      </a:rPr>
                                      <m:t>𝑘</m:t>
                                    </m:r>
                                  </m:e>
                                  <m:sub>
                                    <m:r>
                                      <a:rPr lang="en-US" sz="1600" b="0" i="1" smtClean="0">
                                        <a:solidFill>
                                          <a:schemeClr val="tx1">
                                            <a:lumMod val="65000"/>
                                            <a:lumOff val="35000"/>
                                          </a:schemeClr>
                                        </a:solidFill>
                                        <a:latin typeface="Cambria Math" panose="02040503050406030204" pitchFamily="18" charset="0"/>
                                      </a:rPr>
                                      <m:t>3</m:t>
                                    </m:r>
                                  </m:sub>
                                </m:sSub>
                                <m:r>
                                  <a:rPr lang="en-US" sz="1600" b="0" i="1" smtClean="0">
                                    <a:solidFill>
                                      <a:schemeClr val="tx1">
                                        <a:lumMod val="65000"/>
                                        <a:lumOff val="35000"/>
                                      </a:schemeClr>
                                    </a:solidFill>
                                    <a:latin typeface="Cambria Math" panose="02040503050406030204" pitchFamily="18" charset="0"/>
                                  </a:rPr>
                                  <m:t>)</m:t>
                                </m:r>
                              </m:e>
                            </m:mr>
                          </m:m>
                        </m:e>
                      </m:d>
                    </m:oMath>
                  </m:oMathPara>
                </a14:m>
                <a:endParaRPr lang="en-US" sz="1600" dirty="0">
                  <a:solidFill>
                    <a:schemeClr val="tx1">
                      <a:lumMod val="65000"/>
                      <a:lumOff val="35000"/>
                    </a:schemeClr>
                  </a:solidFill>
                </a:endParaRPr>
              </a:p>
            </p:txBody>
          </p:sp>
        </mc:Choice>
        <mc:Fallback xmlns="">
          <p:sp>
            <p:nvSpPr>
              <p:cNvPr id="3" name="Content Placeholder 2">
                <a:extLst>
                  <a:ext uri="{FF2B5EF4-FFF2-40B4-BE49-F238E27FC236}">
                    <a16:creationId xmlns:a16="http://schemas.microsoft.com/office/drawing/2014/main" id="{55FE370E-9019-8145-A7C1-BDFAC6238551}"/>
                  </a:ext>
                </a:extLst>
              </p:cNvPr>
              <p:cNvSpPr>
                <a:spLocks noGrp="1" noRot="1" noChangeAspect="1" noMove="1" noResize="1" noEditPoints="1" noAdjustHandles="1" noChangeArrowheads="1" noChangeShapeType="1" noTextEdit="1"/>
              </p:cNvSpPr>
              <p:nvPr>
                <p:ph idx="1"/>
              </p:nvPr>
            </p:nvSpPr>
            <p:spPr>
              <a:xfrm>
                <a:off x="457200" y="2130552"/>
                <a:ext cx="8229600" cy="4105656"/>
              </a:xfrm>
              <a:blipFill>
                <a:blip r:embed="rId2"/>
                <a:stretch>
                  <a:fillRect l="-370" t="-446" r="-74"/>
                </a:stretch>
              </a:blipFill>
            </p:spPr>
            <p:txBody>
              <a:bodyPr/>
              <a:lstStyle/>
              <a:p>
                <a:r>
                  <a:rPr lang="en-US">
                    <a:noFill/>
                  </a:rPr>
                  <a:t> </a:t>
                </a:r>
              </a:p>
            </p:txBody>
          </p:sp>
        </mc:Fallback>
      </mc:AlternateContent>
    </p:spTree>
    <p:extLst>
      <p:ext uri="{BB962C8B-B14F-4D97-AF65-F5344CB8AC3E}">
        <p14:creationId xmlns:p14="http://schemas.microsoft.com/office/powerpoint/2010/main" val="1932172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1A0F9-80C6-066F-751F-0D650A14DE80}"/>
              </a:ext>
            </a:extLst>
          </p:cNvPr>
          <p:cNvSpPr>
            <a:spLocks noGrp="1"/>
          </p:cNvSpPr>
          <p:nvPr>
            <p:ph type="title"/>
          </p:nvPr>
        </p:nvSpPr>
        <p:spPr>
          <a:xfrm>
            <a:off x="457201" y="1685617"/>
            <a:ext cx="1773936" cy="399215"/>
          </a:xfrm>
        </p:spPr>
        <p:txBody>
          <a:bodyPr/>
          <a:lstStyle/>
          <a:p>
            <a:r>
              <a:rPr lang="en-US" dirty="0"/>
              <a:t>Motivation</a:t>
            </a:r>
          </a:p>
        </p:txBody>
      </p:sp>
      <mc:AlternateContent xmlns:mc="http://schemas.openxmlformats.org/markup-compatibility/2006">
        <mc:Choice xmlns:a14="http://schemas.microsoft.com/office/drawing/2010/main" Requires="a14">
          <p:sp>
            <p:nvSpPr>
              <p:cNvPr id="4" name="Text Placeholder 3">
                <a:extLst>
                  <a:ext uri="{FF2B5EF4-FFF2-40B4-BE49-F238E27FC236}">
                    <a16:creationId xmlns:a16="http://schemas.microsoft.com/office/drawing/2014/main" id="{25DFA9D5-A194-E5B8-22AC-EE430D0D9D8A}"/>
                  </a:ext>
                </a:extLst>
              </p:cNvPr>
              <p:cNvSpPr>
                <a:spLocks noGrp="1"/>
              </p:cNvSpPr>
              <p:nvPr>
                <p:ph type="body" sz="half" idx="2"/>
              </p:nvPr>
            </p:nvSpPr>
            <p:spPr>
              <a:xfrm>
                <a:off x="457200" y="2084831"/>
                <a:ext cx="8549640" cy="4069081"/>
              </a:xfrm>
            </p:spPr>
            <p:txBody>
              <a:bodyPr>
                <a:normAutofit lnSpcReduction="10000"/>
              </a:bodyPr>
              <a:lstStyle/>
              <a:p>
                <a:pPr marL="285750" indent="-285750">
                  <a:buFontTx/>
                  <a:buChar char="-"/>
                </a:pPr>
                <a:r>
                  <a:rPr lang="en-US" dirty="0"/>
                  <a:t>Use a mathematical method learned in class</a:t>
                </a:r>
              </a:p>
              <a:p>
                <a:pPr marL="285750" indent="-285750">
                  <a:buFontTx/>
                  <a:buChar char="-"/>
                </a:pPr>
                <a:r>
                  <a:rPr lang="en-US" dirty="0"/>
                  <a:t>Apply it to a problem with a known solution</a:t>
                </a:r>
              </a:p>
              <a:p>
                <a:pPr marL="285750" indent="-285750">
                  <a:buFontTx/>
                  <a:buChar char="-"/>
                </a:pPr>
                <a:r>
                  <a:rPr lang="en-US" dirty="0"/>
                  <a:t>Verify mathematical method usage and chip functionality</a:t>
                </a:r>
              </a:p>
              <a:p>
                <a:endParaRPr lang="en-US" dirty="0"/>
              </a:p>
              <a:p>
                <a:r>
                  <a:rPr lang="en-US" b="1" dirty="0"/>
                  <a:t>Projectile motion in a plane </a:t>
                </a:r>
                <a:r>
                  <a:rPr lang="en-US" dirty="0"/>
                  <a:t>is a simple problem from first-year physics which involves linear differential equations. When external forces except for gravity are neglected, the equations determining maximum height and range are only in terms of y:</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𝑅𝑎𝑛𝑔𝑒</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𝑜𝑦</m:t>
                              </m:r>
                            </m:sub>
                          </m:sSub>
                        </m:num>
                        <m:den>
                          <m:r>
                            <a:rPr lang="en-US" b="0" i="1" smtClean="0">
                              <a:latin typeface="Cambria Math" panose="02040503050406030204" pitchFamily="18" charset="0"/>
                            </a:rPr>
                            <m:t>𝑔</m:t>
                          </m:r>
                        </m:den>
                      </m:f>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𝑓</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0</m:t>
                          </m:r>
                          <m:r>
                            <a:rPr lang="en-US" b="0" i="1" smtClean="0">
                              <a:latin typeface="Cambria Math" panose="02040503050406030204" pitchFamily="18" charset="0"/>
                            </a:rPr>
                            <m:t>𝑦</m:t>
                          </m:r>
                        </m:sub>
                      </m:sSub>
                      <m:r>
                        <a:rPr lang="en-US" b="0" i="1" smtClean="0">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𝑔</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oMath>
                  </m:oMathPara>
                </a14:m>
                <a:endParaRPr lang="en-US" dirty="0"/>
              </a:p>
              <a:p>
                <a:r>
                  <a:rPr lang="en-US" dirty="0"/>
                  <a:t>Take the derivative of </a:t>
                </a:r>
                <a:r>
                  <a:rPr lang="en-US" dirty="0" err="1"/>
                  <a:t>yf</a:t>
                </a:r>
                <a:r>
                  <a:rPr lang="en-US" dirty="0"/>
                  <a:t> to make a first-order ODE to use Runge-</a:t>
                </a:r>
                <a:r>
                  <a:rPr lang="en-US" dirty="0" err="1"/>
                  <a:t>Kutta</a:t>
                </a:r>
                <a:r>
                  <a:rPr lang="en-US" dirty="0"/>
                  <a: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𝑓</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0</m:t>
                          </m:r>
                          <m:r>
                            <a:rPr lang="en-US" b="0" i="1" smtClean="0">
                              <a:latin typeface="Cambria Math" panose="02040503050406030204" pitchFamily="18" charset="0"/>
                            </a:rPr>
                            <m:t>𝑦</m:t>
                          </m:r>
                        </m:sub>
                      </m:sSub>
                      <m:r>
                        <a:rPr lang="en-US" b="0" i="1" smtClean="0">
                          <a:latin typeface="Cambria Math" panose="02040503050406030204" pitchFamily="18" charset="0"/>
                        </a:rPr>
                        <m:t>−</m:t>
                      </m:r>
                      <m:r>
                        <a:rPr lang="en-US" b="0" i="1" smtClean="0">
                          <a:latin typeface="Cambria Math" panose="02040503050406030204" pitchFamily="18" charset="0"/>
                        </a:rPr>
                        <m:t>𝑔𝑡</m:t>
                      </m:r>
                    </m:oMath>
                  </m:oMathPara>
                </a14:m>
                <a:endParaRPr lang="en-US" dirty="0"/>
              </a:p>
            </p:txBody>
          </p:sp>
        </mc:Choice>
        <mc:Fallback>
          <p:sp>
            <p:nvSpPr>
              <p:cNvPr id="4" name="Text Placeholder 3">
                <a:extLst>
                  <a:ext uri="{FF2B5EF4-FFF2-40B4-BE49-F238E27FC236}">
                    <a16:creationId xmlns:a16="http://schemas.microsoft.com/office/drawing/2014/main" id="{25DFA9D5-A194-E5B8-22AC-EE430D0D9D8A}"/>
                  </a:ext>
                </a:extLst>
              </p:cNvPr>
              <p:cNvSpPr>
                <a:spLocks noGrp="1" noRot="1" noChangeAspect="1" noMove="1" noResize="1" noEditPoints="1" noAdjustHandles="1" noChangeArrowheads="1" noChangeShapeType="1" noTextEdit="1"/>
              </p:cNvSpPr>
              <p:nvPr>
                <p:ph type="body" sz="half" idx="2"/>
              </p:nvPr>
            </p:nvSpPr>
            <p:spPr>
              <a:xfrm>
                <a:off x="457200" y="2084831"/>
                <a:ext cx="8549640" cy="4069081"/>
              </a:xfrm>
              <a:blipFill>
                <a:blip r:embed="rId2"/>
                <a:stretch>
                  <a:fillRect l="-570" t="-1347"/>
                </a:stretch>
              </a:blipFill>
            </p:spPr>
            <p:txBody>
              <a:bodyPr/>
              <a:lstStyle/>
              <a:p>
                <a:r>
                  <a:rPr lang="en-US">
                    <a:noFill/>
                  </a:rPr>
                  <a:t> </a:t>
                </a:r>
              </a:p>
            </p:txBody>
          </p:sp>
        </mc:Fallback>
      </mc:AlternateContent>
      <p:sp>
        <p:nvSpPr>
          <p:cNvPr id="7" name="Text Placeholder 3">
            <a:extLst>
              <a:ext uri="{FF2B5EF4-FFF2-40B4-BE49-F238E27FC236}">
                <a16:creationId xmlns:a16="http://schemas.microsoft.com/office/drawing/2014/main" id="{3999E77F-87D0-64FD-1CD9-66D41CB27C91}"/>
              </a:ext>
            </a:extLst>
          </p:cNvPr>
          <p:cNvSpPr txBox="1">
            <a:spLocks/>
          </p:cNvSpPr>
          <p:nvPr/>
        </p:nvSpPr>
        <p:spPr>
          <a:xfrm>
            <a:off x="457200" y="3672840"/>
            <a:ext cx="8092440" cy="2042160"/>
          </a:xfrm>
          <a:prstGeom prst="rect">
            <a:avLst/>
          </a:prstGeom>
        </p:spPr>
        <p:txBody>
          <a:bodyPr vert="horz" lIns="91440" tIns="45720" rIns="91440" bIns="45720" rtlCol="0">
            <a:normAutofit/>
          </a:bodyPr>
          <a:lstStyle>
            <a:lvl1pPr marL="0" indent="0" algn="l" defTabSz="457200" rtl="0" eaLnBrk="1" latinLnBrk="0" hangingPunct="1">
              <a:spcBef>
                <a:spcPct val="20000"/>
              </a:spcBef>
              <a:buFont typeface="Arial"/>
              <a:buNone/>
              <a:defRPr sz="1800" kern="1200">
                <a:solidFill>
                  <a:srgbClr val="5F6060"/>
                </a:solidFill>
                <a:latin typeface="+mn-lt"/>
                <a:ea typeface="+mn-ea"/>
                <a:cs typeface="+mn-cs"/>
              </a:defRPr>
            </a:lvl1pPr>
            <a:lvl2pPr marL="457200" indent="0" algn="l" defTabSz="457200" rtl="0" eaLnBrk="1" latinLnBrk="0" hangingPunct="1">
              <a:spcBef>
                <a:spcPct val="20000"/>
              </a:spcBef>
              <a:buFont typeface="Arial"/>
              <a:buNone/>
              <a:defRPr sz="1200" kern="1200">
                <a:solidFill>
                  <a:schemeClr val="bg1"/>
                </a:solidFill>
                <a:latin typeface="+mn-lt"/>
                <a:ea typeface="+mn-ea"/>
                <a:cs typeface="+mn-cs"/>
              </a:defRPr>
            </a:lvl2pPr>
            <a:lvl3pPr marL="914400" indent="0" algn="l" defTabSz="457200" rtl="0" eaLnBrk="1" latinLnBrk="0" hangingPunct="1">
              <a:spcBef>
                <a:spcPct val="20000"/>
              </a:spcBef>
              <a:buFont typeface="Arial"/>
              <a:buNone/>
              <a:defRPr sz="1000" kern="1200">
                <a:solidFill>
                  <a:schemeClr val="bg1"/>
                </a:solidFill>
                <a:latin typeface="+mn-lt"/>
                <a:ea typeface="+mn-ea"/>
                <a:cs typeface="+mn-cs"/>
              </a:defRPr>
            </a:lvl3pPr>
            <a:lvl4pPr marL="1371600" indent="0" algn="l" defTabSz="457200" rtl="0" eaLnBrk="1" latinLnBrk="0" hangingPunct="1">
              <a:spcBef>
                <a:spcPct val="20000"/>
              </a:spcBef>
              <a:buFont typeface="Arial"/>
              <a:buNone/>
              <a:defRPr sz="900" kern="1200">
                <a:solidFill>
                  <a:schemeClr val="bg1"/>
                </a:solidFill>
                <a:latin typeface="+mn-lt"/>
                <a:ea typeface="+mn-ea"/>
                <a:cs typeface="+mn-cs"/>
              </a:defRPr>
            </a:lvl4pPr>
            <a:lvl5pPr marL="1828800" indent="0" algn="l" defTabSz="457200" rtl="0" eaLnBrk="1" latinLnBrk="0" hangingPunct="1">
              <a:spcBef>
                <a:spcPct val="20000"/>
              </a:spcBef>
              <a:buFont typeface="Arial"/>
              <a:buNone/>
              <a:defRPr sz="900" kern="1200">
                <a:solidFill>
                  <a:schemeClr val="bg1"/>
                </a:solidFill>
                <a:latin typeface="+mn-lt"/>
                <a:ea typeface="+mn-ea"/>
                <a:cs typeface="+mn-cs"/>
              </a:defRPr>
            </a:lvl5pPr>
            <a:lvl6pPr marL="2286000" indent="0" algn="l" defTabSz="457200" rtl="0" eaLnBrk="1" latinLnBrk="0" hangingPunct="1">
              <a:spcBef>
                <a:spcPct val="20000"/>
              </a:spcBef>
              <a:buFont typeface="Arial"/>
              <a:buNone/>
              <a:defRPr sz="900" kern="1200">
                <a:solidFill>
                  <a:schemeClr val="tx1"/>
                </a:solidFill>
                <a:latin typeface="+mn-lt"/>
                <a:ea typeface="+mn-ea"/>
                <a:cs typeface="+mn-cs"/>
              </a:defRPr>
            </a:lvl6pPr>
            <a:lvl7pPr marL="2743200" indent="0" algn="l" defTabSz="457200" rtl="0" eaLnBrk="1" latinLnBrk="0" hangingPunct="1">
              <a:spcBef>
                <a:spcPct val="20000"/>
              </a:spcBef>
              <a:buFont typeface="Arial"/>
              <a:buNone/>
              <a:defRPr sz="900" kern="1200">
                <a:solidFill>
                  <a:schemeClr val="tx1"/>
                </a:solidFill>
                <a:latin typeface="+mn-lt"/>
                <a:ea typeface="+mn-ea"/>
                <a:cs typeface="+mn-cs"/>
              </a:defRPr>
            </a:lvl7pPr>
            <a:lvl8pPr marL="3200400" indent="0" algn="l" defTabSz="457200" rtl="0" eaLnBrk="1" latinLnBrk="0" hangingPunct="1">
              <a:spcBef>
                <a:spcPct val="20000"/>
              </a:spcBef>
              <a:buFont typeface="Arial"/>
              <a:buNone/>
              <a:defRPr sz="900" kern="1200">
                <a:solidFill>
                  <a:schemeClr val="tx1"/>
                </a:solidFill>
                <a:latin typeface="+mn-lt"/>
                <a:ea typeface="+mn-ea"/>
                <a:cs typeface="+mn-cs"/>
              </a:defRPr>
            </a:lvl8pPr>
            <a:lvl9pPr marL="3657600" indent="0" algn="l" defTabSz="457200" rtl="0" eaLnBrk="1" latinLnBrk="0" hangingPunct="1">
              <a:spcBef>
                <a:spcPct val="20000"/>
              </a:spcBef>
              <a:buFont typeface="Arial"/>
              <a:buNone/>
              <a:defRPr sz="900" kern="1200">
                <a:solidFill>
                  <a:schemeClr val="tx1"/>
                </a:solidFill>
                <a:latin typeface="+mn-lt"/>
                <a:ea typeface="+mn-ea"/>
                <a:cs typeface="+mn-cs"/>
              </a:defRPr>
            </a:lvl9pPr>
          </a:lstStyle>
          <a:p>
            <a:endParaRPr lang="en-US"/>
          </a:p>
        </p:txBody>
      </p:sp>
      <p:pic>
        <p:nvPicPr>
          <p:cNvPr id="1026" name="Picture 2" descr="Projectile Motion: Finding the Maximum Height and the Range">
            <a:extLst>
              <a:ext uri="{FF2B5EF4-FFF2-40B4-BE49-F238E27FC236}">
                <a16:creationId xmlns:a16="http://schemas.microsoft.com/office/drawing/2014/main" id="{04655E3D-5657-77F6-1E6D-C64CB8CADC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6360" y="385382"/>
            <a:ext cx="3840480" cy="2160270"/>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3">
            <a:extLst>
              <a:ext uri="{FF2B5EF4-FFF2-40B4-BE49-F238E27FC236}">
                <a16:creationId xmlns:a16="http://schemas.microsoft.com/office/drawing/2014/main" id="{3C8F151B-176F-B83A-236A-4318707E547B}"/>
              </a:ext>
            </a:extLst>
          </p:cNvPr>
          <p:cNvSpPr txBox="1">
            <a:spLocks/>
          </p:cNvSpPr>
          <p:nvPr/>
        </p:nvSpPr>
        <p:spPr>
          <a:xfrm>
            <a:off x="6388608" y="2556033"/>
            <a:ext cx="1978152" cy="287752"/>
          </a:xfrm>
          <a:prstGeom prst="rect">
            <a:avLst/>
          </a:prstGeom>
        </p:spPr>
        <p:txBody>
          <a:bodyPr vert="horz" lIns="91440" tIns="45720" rIns="91440" bIns="45720" rtlCol="0">
            <a:normAutofit/>
          </a:bodyPr>
          <a:lstStyle>
            <a:lvl1pPr marL="0" indent="0" algn="l" defTabSz="457200" rtl="0" eaLnBrk="1" latinLnBrk="0" hangingPunct="1">
              <a:spcBef>
                <a:spcPct val="20000"/>
              </a:spcBef>
              <a:buFont typeface="Arial"/>
              <a:buNone/>
              <a:defRPr sz="1800" kern="1200">
                <a:solidFill>
                  <a:srgbClr val="5F6060"/>
                </a:solidFill>
                <a:latin typeface="+mn-lt"/>
                <a:ea typeface="+mn-ea"/>
                <a:cs typeface="+mn-cs"/>
              </a:defRPr>
            </a:lvl1pPr>
            <a:lvl2pPr marL="457200" indent="0" algn="l" defTabSz="457200" rtl="0" eaLnBrk="1" latinLnBrk="0" hangingPunct="1">
              <a:spcBef>
                <a:spcPct val="20000"/>
              </a:spcBef>
              <a:buFont typeface="Arial"/>
              <a:buNone/>
              <a:defRPr sz="1200" kern="1200">
                <a:solidFill>
                  <a:schemeClr val="bg1"/>
                </a:solidFill>
                <a:latin typeface="+mn-lt"/>
                <a:ea typeface="+mn-ea"/>
                <a:cs typeface="+mn-cs"/>
              </a:defRPr>
            </a:lvl2pPr>
            <a:lvl3pPr marL="914400" indent="0" algn="l" defTabSz="457200" rtl="0" eaLnBrk="1" latinLnBrk="0" hangingPunct="1">
              <a:spcBef>
                <a:spcPct val="20000"/>
              </a:spcBef>
              <a:buFont typeface="Arial"/>
              <a:buNone/>
              <a:defRPr sz="1000" kern="1200">
                <a:solidFill>
                  <a:schemeClr val="bg1"/>
                </a:solidFill>
                <a:latin typeface="+mn-lt"/>
                <a:ea typeface="+mn-ea"/>
                <a:cs typeface="+mn-cs"/>
              </a:defRPr>
            </a:lvl3pPr>
            <a:lvl4pPr marL="1371600" indent="0" algn="l" defTabSz="457200" rtl="0" eaLnBrk="1" latinLnBrk="0" hangingPunct="1">
              <a:spcBef>
                <a:spcPct val="20000"/>
              </a:spcBef>
              <a:buFont typeface="Arial"/>
              <a:buNone/>
              <a:defRPr sz="900" kern="1200">
                <a:solidFill>
                  <a:schemeClr val="bg1"/>
                </a:solidFill>
                <a:latin typeface="+mn-lt"/>
                <a:ea typeface="+mn-ea"/>
                <a:cs typeface="+mn-cs"/>
              </a:defRPr>
            </a:lvl4pPr>
            <a:lvl5pPr marL="1828800" indent="0" algn="l" defTabSz="457200" rtl="0" eaLnBrk="1" latinLnBrk="0" hangingPunct="1">
              <a:spcBef>
                <a:spcPct val="20000"/>
              </a:spcBef>
              <a:buFont typeface="Arial"/>
              <a:buNone/>
              <a:defRPr sz="900" kern="1200">
                <a:solidFill>
                  <a:schemeClr val="bg1"/>
                </a:solidFill>
                <a:latin typeface="+mn-lt"/>
                <a:ea typeface="+mn-ea"/>
                <a:cs typeface="+mn-cs"/>
              </a:defRPr>
            </a:lvl5pPr>
            <a:lvl6pPr marL="2286000" indent="0" algn="l" defTabSz="457200" rtl="0" eaLnBrk="1" latinLnBrk="0" hangingPunct="1">
              <a:spcBef>
                <a:spcPct val="20000"/>
              </a:spcBef>
              <a:buFont typeface="Arial"/>
              <a:buNone/>
              <a:defRPr sz="900" kern="1200">
                <a:solidFill>
                  <a:schemeClr val="tx1"/>
                </a:solidFill>
                <a:latin typeface="+mn-lt"/>
                <a:ea typeface="+mn-ea"/>
                <a:cs typeface="+mn-cs"/>
              </a:defRPr>
            </a:lvl6pPr>
            <a:lvl7pPr marL="2743200" indent="0" algn="l" defTabSz="457200" rtl="0" eaLnBrk="1" latinLnBrk="0" hangingPunct="1">
              <a:spcBef>
                <a:spcPct val="20000"/>
              </a:spcBef>
              <a:buFont typeface="Arial"/>
              <a:buNone/>
              <a:defRPr sz="900" kern="1200">
                <a:solidFill>
                  <a:schemeClr val="tx1"/>
                </a:solidFill>
                <a:latin typeface="+mn-lt"/>
                <a:ea typeface="+mn-ea"/>
                <a:cs typeface="+mn-cs"/>
              </a:defRPr>
            </a:lvl7pPr>
            <a:lvl8pPr marL="3200400" indent="0" algn="l" defTabSz="457200" rtl="0" eaLnBrk="1" latinLnBrk="0" hangingPunct="1">
              <a:spcBef>
                <a:spcPct val="20000"/>
              </a:spcBef>
              <a:buFont typeface="Arial"/>
              <a:buNone/>
              <a:defRPr sz="900" kern="1200">
                <a:solidFill>
                  <a:schemeClr val="tx1"/>
                </a:solidFill>
                <a:latin typeface="+mn-lt"/>
                <a:ea typeface="+mn-ea"/>
                <a:cs typeface="+mn-cs"/>
              </a:defRPr>
            </a:lvl8pPr>
            <a:lvl9pPr marL="3657600" indent="0" algn="l" defTabSz="457200" rtl="0" eaLnBrk="1" latinLnBrk="0" hangingPunct="1">
              <a:spcBef>
                <a:spcPct val="20000"/>
              </a:spcBef>
              <a:buFont typeface="Arial"/>
              <a:buNone/>
              <a:defRPr sz="900" kern="1200">
                <a:solidFill>
                  <a:schemeClr val="tx1"/>
                </a:solidFill>
                <a:latin typeface="+mn-lt"/>
                <a:ea typeface="+mn-ea"/>
                <a:cs typeface="+mn-cs"/>
              </a:defRPr>
            </a:lvl9pPr>
          </a:lstStyle>
          <a:p>
            <a:r>
              <a:rPr lang="en-US" sz="1200" dirty="0"/>
              <a:t>Fig. 1: Projectile Motion [2]</a:t>
            </a:r>
          </a:p>
        </p:txBody>
      </p:sp>
    </p:spTree>
    <p:extLst>
      <p:ext uri="{BB962C8B-B14F-4D97-AF65-F5344CB8AC3E}">
        <p14:creationId xmlns:p14="http://schemas.microsoft.com/office/powerpoint/2010/main" val="3714276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6A700-7DAC-C08C-84B1-FDEF3CC506BB}"/>
              </a:ext>
            </a:extLst>
          </p:cNvPr>
          <p:cNvSpPr>
            <a:spLocks noGrp="1"/>
          </p:cNvSpPr>
          <p:nvPr>
            <p:ph type="title"/>
          </p:nvPr>
        </p:nvSpPr>
        <p:spPr>
          <a:xfrm>
            <a:off x="457200" y="1685617"/>
            <a:ext cx="3044951" cy="444935"/>
          </a:xfrm>
        </p:spPr>
        <p:txBody>
          <a:bodyPr/>
          <a:lstStyle/>
          <a:p>
            <a:r>
              <a:rPr lang="en-US" dirty="0"/>
              <a:t>Problem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EABC0C-737B-BC94-5B0A-C1A5B06E4C92}"/>
                  </a:ext>
                </a:extLst>
              </p:cNvPr>
              <p:cNvSpPr>
                <a:spLocks noGrp="1"/>
              </p:cNvSpPr>
              <p:nvPr>
                <p:ph idx="1"/>
              </p:nvPr>
            </p:nvSpPr>
            <p:spPr>
              <a:xfrm>
                <a:off x="457200" y="2130552"/>
                <a:ext cx="8229600" cy="4059936"/>
              </a:xfrm>
            </p:spPr>
            <p:txBody>
              <a:bodyPr>
                <a:normAutofit/>
              </a:bodyPr>
              <a:lstStyle/>
              <a:p>
                <a:r>
                  <a:rPr lang="en-US" sz="1600" dirty="0">
                    <a:solidFill>
                      <a:srgbClr val="5F6060"/>
                    </a:solidFill>
                  </a:rPr>
                  <a:t>We know the closed-form analytic solution, so how do we put </a:t>
                </a:r>
                <a14:m>
                  <m:oMath xmlns:m="http://schemas.openxmlformats.org/officeDocument/2006/math">
                    <m:r>
                      <a:rPr lang="en-US" sz="1600" b="0" i="1" smtClean="0">
                        <a:solidFill>
                          <a:srgbClr val="5F6060"/>
                        </a:solidFill>
                        <a:latin typeface="Cambria Math" panose="02040503050406030204" pitchFamily="18" charset="0"/>
                      </a:rPr>
                      <m:t>𝑓</m:t>
                    </m:r>
                    <m:d>
                      <m:dPr>
                        <m:ctrlPr>
                          <a:rPr lang="en-US" sz="1600" b="0" i="1" smtClean="0">
                            <a:solidFill>
                              <a:srgbClr val="5F6060"/>
                            </a:solidFill>
                            <a:latin typeface="Cambria Math" panose="02040503050406030204" pitchFamily="18" charset="0"/>
                          </a:rPr>
                        </m:ctrlPr>
                      </m:dPr>
                      <m:e>
                        <m:r>
                          <a:rPr lang="en-US" sz="1600" b="0" i="1" smtClean="0">
                            <a:solidFill>
                              <a:srgbClr val="5F6060"/>
                            </a:solidFill>
                            <a:latin typeface="Cambria Math" panose="02040503050406030204" pitchFamily="18" charset="0"/>
                          </a:rPr>
                          <m:t>𝑡</m:t>
                        </m:r>
                        <m:r>
                          <a:rPr lang="en-US" sz="1600" b="0" i="1" smtClean="0">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𝑦</m:t>
                        </m:r>
                      </m:e>
                    </m:d>
                    <m:r>
                      <a:rPr lang="en-US" sz="1600" b="0" i="1" smtClean="0">
                        <a:solidFill>
                          <a:srgbClr val="5F6060"/>
                        </a:solidFill>
                        <a:latin typeface="Cambria Math" panose="02040503050406030204" pitchFamily="18" charset="0"/>
                      </a:rPr>
                      <m:t>=</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𝑑</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𝑦</m:t>
                            </m:r>
                          </m:e>
                          <m:sub>
                            <m:r>
                              <a:rPr lang="en-US" sz="1600" b="0" i="1" smtClean="0">
                                <a:solidFill>
                                  <a:srgbClr val="5F6060"/>
                                </a:solidFill>
                                <a:latin typeface="Cambria Math" panose="02040503050406030204" pitchFamily="18" charset="0"/>
                              </a:rPr>
                              <m:t>𝑓</m:t>
                            </m:r>
                          </m:sub>
                        </m:sSub>
                      </m:num>
                      <m:den>
                        <m:r>
                          <a:rPr lang="en-US" sz="1600" b="0" i="1" smtClean="0">
                            <a:solidFill>
                              <a:srgbClr val="5F6060"/>
                            </a:solidFill>
                            <a:latin typeface="Cambria Math" panose="02040503050406030204" pitchFamily="18" charset="0"/>
                          </a:rPr>
                          <m:t>𝑑𝑡</m:t>
                        </m:r>
                      </m:den>
                    </m:f>
                    <m:r>
                      <a:rPr lang="en-US" sz="1600" b="0" i="1" smtClean="0">
                        <a:solidFill>
                          <a:srgbClr val="5F6060"/>
                        </a:solidFill>
                        <a:latin typeface="Cambria Math" panose="02040503050406030204" pitchFamily="18" charset="0"/>
                      </a:rPr>
                      <m:t>=</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𝑉</m:t>
                        </m:r>
                      </m:e>
                      <m:sub>
                        <m:r>
                          <a:rPr lang="en-US" sz="1600" b="0" i="1" smtClean="0">
                            <a:solidFill>
                              <a:srgbClr val="5F6060"/>
                            </a:solidFill>
                            <a:latin typeface="Cambria Math" panose="02040503050406030204" pitchFamily="18" charset="0"/>
                          </a:rPr>
                          <m:t>0</m:t>
                        </m:r>
                        <m:r>
                          <a:rPr lang="en-US" sz="1600" b="0" i="1" smtClean="0">
                            <a:solidFill>
                              <a:srgbClr val="5F6060"/>
                            </a:solidFill>
                            <a:latin typeface="Cambria Math" panose="02040503050406030204" pitchFamily="18" charset="0"/>
                          </a:rPr>
                          <m:t>𝑦</m:t>
                        </m:r>
                      </m:sub>
                    </m:sSub>
                    <m:r>
                      <a:rPr lang="en-US" sz="1600" b="0" i="1" smtClean="0">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𝑔𝑡</m:t>
                    </m:r>
                  </m:oMath>
                </a14:m>
                <a:r>
                  <a:rPr lang="en-US" sz="1600" dirty="0">
                    <a:solidFill>
                      <a:srgbClr val="5F6060"/>
                    </a:solidFill>
                  </a:rPr>
                  <a:t> into Runge-</a:t>
                </a:r>
                <a:r>
                  <a:rPr lang="en-US" sz="1600" dirty="0" err="1">
                    <a:solidFill>
                      <a:srgbClr val="5F6060"/>
                    </a:solidFill>
                  </a:rPr>
                  <a:t>Kutta</a:t>
                </a:r>
                <a:r>
                  <a:rPr lang="en-US" sz="1600" dirty="0">
                    <a:solidFill>
                      <a:srgbClr val="5F6060"/>
                    </a:solidFill>
                  </a:rPr>
                  <a:t>? Notice, </a:t>
                </a:r>
                <a14:m>
                  <m:oMath xmlns:m="http://schemas.openxmlformats.org/officeDocument/2006/math">
                    <m:r>
                      <a:rPr lang="en-US" sz="1600" b="0" i="1" smtClean="0">
                        <a:solidFill>
                          <a:srgbClr val="5F6060"/>
                        </a:solidFill>
                        <a:latin typeface="Cambria Math" panose="02040503050406030204" pitchFamily="18" charset="0"/>
                      </a:rPr>
                      <m:t>𝑓</m:t>
                    </m:r>
                    <m:r>
                      <a:rPr lang="en-US" sz="1600" b="0" i="1" smtClean="0">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𝑡</m:t>
                    </m:r>
                    <m:r>
                      <a:rPr lang="en-US" sz="1600" b="0" i="1" smtClean="0">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𝑦</m:t>
                    </m:r>
                    <m:r>
                      <a:rPr lang="en-US" sz="1600" b="0" i="1" smtClean="0">
                        <a:solidFill>
                          <a:srgbClr val="5F6060"/>
                        </a:solidFill>
                        <a:latin typeface="Cambria Math" panose="02040503050406030204" pitchFamily="18" charset="0"/>
                      </a:rPr>
                      <m:t>)</m:t>
                    </m:r>
                  </m:oMath>
                </a14:m>
                <a:r>
                  <a:rPr lang="en-US" sz="1600" dirty="0">
                    <a:solidFill>
                      <a:srgbClr val="5F6060"/>
                    </a:solidFill>
                  </a:rPr>
                  <a:t> is only a function of t. This makes our calculations easier.</a:t>
                </a:r>
              </a:p>
              <a:p>
                <a:r>
                  <a:rPr lang="en-US" sz="1600" dirty="0">
                    <a:solidFill>
                      <a:srgbClr val="5F6060"/>
                    </a:solidFill>
                  </a:rPr>
                  <a:t>Follow these steps:</a:t>
                </a:r>
              </a:p>
              <a:p>
                <a:pPr/>
                <a14:m>
                  <m:oMathPara xmlns:m="http://schemas.openxmlformats.org/officeDocument/2006/math">
                    <m:oMathParaPr>
                      <m:jc m:val="centerGroup"/>
                    </m:oMathParaPr>
                    <m:oMath xmlns:m="http://schemas.openxmlformats.org/officeDocument/2006/math">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𝑘</m:t>
                          </m:r>
                        </m:e>
                        <m:sub>
                          <m:r>
                            <a:rPr lang="en-US" sz="1600" b="0" i="1" smtClean="0">
                              <a:solidFill>
                                <a:srgbClr val="5F6060"/>
                              </a:solidFill>
                              <a:latin typeface="Cambria Math" panose="02040503050406030204" pitchFamily="18" charset="0"/>
                            </a:rPr>
                            <m:t>1</m:t>
                          </m:r>
                        </m:sub>
                      </m:sSub>
                      <m:r>
                        <a:rPr lang="en-US" sz="1600" b="0" i="1" smtClean="0">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h𝑓</m:t>
                      </m:r>
                      <m:d>
                        <m:dPr>
                          <m:ctrlPr>
                            <a:rPr lang="en-US" sz="1600" b="0" i="1" smtClean="0">
                              <a:solidFill>
                                <a:srgbClr val="5F6060"/>
                              </a:solidFill>
                              <a:latin typeface="Cambria Math" panose="02040503050406030204" pitchFamily="18" charset="0"/>
                            </a:rPr>
                          </m:ctrlPr>
                        </m:dPr>
                        <m:e>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𝑡</m:t>
                              </m:r>
                            </m:e>
                            <m:sub>
                              <m:r>
                                <a:rPr lang="en-US" sz="1600" b="0" i="1" smtClean="0">
                                  <a:solidFill>
                                    <a:srgbClr val="5F6060"/>
                                  </a:solidFill>
                                  <a:latin typeface="Cambria Math" panose="02040503050406030204" pitchFamily="18" charset="0"/>
                                </a:rPr>
                                <m:t>𝑖</m:t>
                              </m:r>
                            </m:sub>
                          </m:sSub>
                          <m:r>
                            <a:rPr lang="en-US" sz="1600" b="0" i="1" smtClean="0">
                              <a:solidFill>
                                <a:srgbClr val="5F6060"/>
                              </a:solidFill>
                              <a:latin typeface="Cambria Math" panose="02040503050406030204" pitchFamily="18" charset="0"/>
                            </a:rPr>
                            <m:t>,</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𝑦</m:t>
                              </m:r>
                            </m:e>
                            <m:sub>
                              <m:r>
                                <a:rPr lang="en-US" sz="1600" b="0" i="1" smtClean="0">
                                  <a:solidFill>
                                    <a:srgbClr val="5F6060"/>
                                  </a:solidFill>
                                  <a:latin typeface="Cambria Math" panose="02040503050406030204" pitchFamily="18" charset="0"/>
                                </a:rPr>
                                <m:t>𝑖</m:t>
                              </m:r>
                            </m:sub>
                          </m:sSub>
                        </m:e>
                      </m:d>
                      <m:r>
                        <a:rPr lang="en-US" sz="1600" b="0" i="1" smtClean="0">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h</m:t>
                      </m:r>
                      <m:d>
                        <m:dPr>
                          <m:ctrlPr>
                            <a:rPr lang="en-US" sz="1600" b="0" i="1" smtClean="0">
                              <a:solidFill>
                                <a:srgbClr val="5F6060"/>
                              </a:solidFill>
                              <a:latin typeface="Cambria Math" panose="02040503050406030204" pitchFamily="18" charset="0"/>
                            </a:rPr>
                          </m:ctrlPr>
                        </m:dPr>
                        <m:e>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𝑉</m:t>
                              </m:r>
                            </m:e>
                            <m:sub>
                              <m:r>
                                <a:rPr lang="en-US" sz="1600" b="0" i="1" smtClean="0">
                                  <a:solidFill>
                                    <a:srgbClr val="5F6060"/>
                                  </a:solidFill>
                                  <a:latin typeface="Cambria Math" panose="02040503050406030204" pitchFamily="18" charset="0"/>
                                </a:rPr>
                                <m:t>0</m:t>
                              </m:r>
                              <m:r>
                                <a:rPr lang="en-US" sz="1600" b="0" i="1" smtClean="0">
                                  <a:solidFill>
                                    <a:srgbClr val="5F6060"/>
                                  </a:solidFill>
                                  <a:latin typeface="Cambria Math" panose="02040503050406030204" pitchFamily="18" charset="0"/>
                                </a:rPr>
                                <m:t>𝑦</m:t>
                              </m:r>
                            </m:sub>
                          </m:sSub>
                          <m:r>
                            <a:rPr lang="en-US" sz="1600" b="0" i="1" smtClean="0">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𝑔</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𝑡</m:t>
                              </m:r>
                            </m:e>
                            <m:sub>
                              <m:r>
                                <a:rPr lang="en-US" sz="1600" b="0" i="1" smtClean="0">
                                  <a:solidFill>
                                    <a:srgbClr val="5F6060"/>
                                  </a:solidFill>
                                  <a:latin typeface="Cambria Math" panose="02040503050406030204" pitchFamily="18" charset="0"/>
                                </a:rPr>
                                <m:t>𝑖</m:t>
                              </m:r>
                            </m:sub>
                          </m:sSub>
                        </m:e>
                      </m:d>
                    </m:oMath>
                  </m:oMathPara>
                </a14:m>
                <a:endParaRPr lang="en-US" sz="1600" b="0" dirty="0">
                  <a:solidFill>
                    <a:srgbClr val="5F6060"/>
                  </a:solidFill>
                </a:endParaRPr>
              </a:p>
              <a:p>
                <a:pPr/>
                <a14:m>
                  <m:oMathPara xmlns:m="http://schemas.openxmlformats.org/officeDocument/2006/math">
                    <m:oMathParaPr>
                      <m:jc m:val="centerGroup"/>
                    </m:oMathParaPr>
                    <m:oMath xmlns:m="http://schemas.openxmlformats.org/officeDocument/2006/math">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𝑘</m:t>
                          </m:r>
                        </m:e>
                        <m:sub>
                          <m:r>
                            <a:rPr lang="en-US" sz="1600" b="0" i="1" smtClean="0">
                              <a:solidFill>
                                <a:srgbClr val="5F6060"/>
                              </a:solidFill>
                              <a:latin typeface="Cambria Math" panose="02040503050406030204" pitchFamily="18" charset="0"/>
                            </a:rPr>
                            <m:t>2</m:t>
                          </m:r>
                        </m:sub>
                      </m:sSub>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h𝑓</m:t>
                      </m:r>
                      <m:d>
                        <m:dPr>
                          <m:ctrlPr>
                            <a:rPr lang="en-US" sz="1600" i="1">
                              <a:solidFill>
                                <a:srgbClr val="5F6060"/>
                              </a:solidFill>
                              <a:latin typeface="Cambria Math" panose="02040503050406030204" pitchFamily="18" charset="0"/>
                            </a:rPr>
                          </m:ctrlPr>
                        </m:dPr>
                        <m:e>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𝑡</m:t>
                              </m:r>
                            </m:e>
                            <m:sub>
                              <m:r>
                                <a:rPr lang="en-US" sz="1600" i="1">
                                  <a:solidFill>
                                    <a:srgbClr val="5F6060"/>
                                  </a:solidFill>
                                  <a:latin typeface="Cambria Math" panose="02040503050406030204" pitchFamily="18" charset="0"/>
                                </a:rPr>
                                <m:t>𝑖</m:t>
                              </m:r>
                            </m:sub>
                          </m:sSub>
                          <m:r>
                            <a:rPr lang="en-US" sz="1600" b="0" i="1" smtClean="0">
                              <a:solidFill>
                                <a:srgbClr val="5F6060"/>
                              </a:solidFill>
                              <a:latin typeface="Cambria Math" panose="02040503050406030204" pitchFamily="18" charset="0"/>
                            </a:rPr>
                            <m:t>+</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h</m:t>
                              </m:r>
                            </m:num>
                            <m:den>
                              <m:r>
                                <a:rPr lang="en-US" sz="1600" b="0" i="1" smtClean="0">
                                  <a:solidFill>
                                    <a:srgbClr val="5F6060"/>
                                  </a:solidFill>
                                  <a:latin typeface="Cambria Math" panose="02040503050406030204" pitchFamily="18" charset="0"/>
                                </a:rPr>
                                <m:t>2</m:t>
                              </m:r>
                            </m:den>
                          </m:f>
                          <m:r>
                            <a:rPr lang="en-US" sz="1600" i="1">
                              <a:solidFill>
                                <a:srgbClr val="5F6060"/>
                              </a:solidFill>
                              <a:latin typeface="Cambria Math" panose="02040503050406030204" pitchFamily="18" charset="0"/>
                            </a:rPr>
                            <m:t>,</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𝑦</m:t>
                              </m:r>
                            </m:e>
                            <m:sub>
                              <m:r>
                                <a:rPr lang="en-US" sz="1600" i="1">
                                  <a:solidFill>
                                    <a:srgbClr val="5F6060"/>
                                  </a:solidFill>
                                  <a:latin typeface="Cambria Math" panose="02040503050406030204" pitchFamily="18" charset="0"/>
                                </a:rPr>
                                <m:t>𝑖</m:t>
                              </m:r>
                            </m:sub>
                          </m:sSub>
                          <m:r>
                            <a:rPr lang="en-US" sz="1600" b="0" i="1" smtClean="0">
                              <a:solidFill>
                                <a:srgbClr val="5F6060"/>
                              </a:solidFill>
                              <a:latin typeface="Cambria Math" panose="02040503050406030204" pitchFamily="18" charset="0"/>
                            </a:rPr>
                            <m:t>+</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1</m:t>
                              </m:r>
                            </m:num>
                            <m:den>
                              <m:r>
                                <a:rPr lang="en-US" sz="1600" b="0" i="1" smtClean="0">
                                  <a:solidFill>
                                    <a:srgbClr val="5F6060"/>
                                  </a:solidFill>
                                  <a:latin typeface="Cambria Math" panose="02040503050406030204" pitchFamily="18" charset="0"/>
                                </a:rPr>
                                <m:t>2</m:t>
                              </m:r>
                            </m:den>
                          </m:f>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𝑘</m:t>
                              </m:r>
                            </m:e>
                            <m:sub>
                              <m:r>
                                <a:rPr lang="en-US" sz="1600" b="0" i="1" smtClean="0">
                                  <a:solidFill>
                                    <a:srgbClr val="5F6060"/>
                                  </a:solidFill>
                                  <a:latin typeface="Cambria Math" panose="02040503050406030204" pitchFamily="18" charset="0"/>
                                </a:rPr>
                                <m:t>1</m:t>
                              </m:r>
                            </m:sub>
                          </m:sSub>
                        </m:e>
                      </m:d>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h</m:t>
                      </m:r>
                      <m:d>
                        <m:dPr>
                          <m:ctrlPr>
                            <a:rPr lang="en-US" sz="1600" i="1">
                              <a:solidFill>
                                <a:srgbClr val="5F6060"/>
                              </a:solidFill>
                              <a:latin typeface="Cambria Math" panose="02040503050406030204" pitchFamily="18" charset="0"/>
                            </a:rPr>
                          </m:ctrlPr>
                        </m:dPr>
                        <m:e>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𝑉</m:t>
                              </m:r>
                            </m:e>
                            <m:sub>
                              <m:r>
                                <a:rPr lang="en-US" sz="1600" i="1">
                                  <a:solidFill>
                                    <a:srgbClr val="5F6060"/>
                                  </a:solidFill>
                                  <a:latin typeface="Cambria Math" panose="02040503050406030204" pitchFamily="18" charset="0"/>
                                </a:rPr>
                                <m:t>0</m:t>
                              </m:r>
                              <m:r>
                                <a:rPr lang="en-US" sz="1600" i="1">
                                  <a:solidFill>
                                    <a:srgbClr val="5F6060"/>
                                  </a:solidFill>
                                  <a:latin typeface="Cambria Math" panose="02040503050406030204" pitchFamily="18" charset="0"/>
                                </a:rPr>
                                <m:t>𝑦</m:t>
                              </m:r>
                            </m:sub>
                          </m:sSub>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𝑔</m:t>
                          </m:r>
                          <m:sSub>
                            <m:sSubPr>
                              <m:ctrlPr>
                                <a:rPr lang="en-US" sz="1600" i="1">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𝑡</m:t>
                              </m:r>
                            </m:e>
                            <m:sub>
                              <m:r>
                                <a:rPr lang="en-US" sz="1600" i="1">
                                  <a:solidFill>
                                    <a:srgbClr val="5F6060"/>
                                  </a:solidFill>
                                  <a:latin typeface="Cambria Math" panose="02040503050406030204" pitchFamily="18" charset="0"/>
                                </a:rPr>
                                <m:t>𝑖</m:t>
                              </m:r>
                            </m:sub>
                          </m:sSub>
                          <m:r>
                            <a:rPr lang="en-US" sz="1600" b="0" i="1" smtClean="0">
                              <a:solidFill>
                                <a:srgbClr val="5F6060"/>
                              </a:solidFill>
                              <a:latin typeface="Cambria Math" panose="02040503050406030204" pitchFamily="18" charset="0"/>
                            </a:rPr>
                            <m:t>+</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h</m:t>
                              </m:r>
                            </m:num>
                            <m:den>
                              <m:r>
                                <a:rPr lang="en-US" sz="1600" b="0" i="1" smtClean="0">
                                  <a:solidFill>
                                    <a:srgbClr val="5F6060"/>
                                  </a:solidFill>
                                  <a:latin typeface="Cambria Math" panose="02040503050406030204" pitchFamily="18" charset="0"/>
                                </a:rPr>
                                <m:t>2</m:t>
                              </m:r>
                            </m:den>
                          </m:f>
                        </m:e>
                      </m:d>
                      <m:r>
                        <a:rPr lang="en-US" sz="1600" b="0" i="1" smtClean="0">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h</m:t>
                      </m:r>
                      <m:d>
                        <m:dPr>
                          <m:ctrlPr>
                            <a:rPr lang="en-US" sz="1600" i="1">
                              <a:solidFill>
                                <a:srgbClr val="5F6060"/>
                              </a:solidFill>
                              <a:latin typeface="Cambria Math" panose="02040503050406030204" pitchFamily="18" charset="0"/>
                            </a:rPr>
                          </m:ctrlPr>
                        </m:dPr>
                        <m:e>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𝑉</m:t>
                              </m:r>
                            </m:e>
                            <m:sub>
                              <m:r>
                                <a:rPr lang="en-US" sz="1600" i="1">
                                  <a:solidFill>
                                    <a:srgbClr val="5F6060"/>
                                  </a:solidFill>
                                  <a:latin typeface="Cambria Math" panose="02040503050406030204" pitchFamily="18" charset="0"/>
                                </a:rPr>
                                <m:t>0</m:t>
                              </m:r>
                              <m:r>
                                <a:rPr lang="en-US" sz="1600" i="1">
                                  <a:solidFill>
                                    <a:srgbClr val="5F6060"/>
                                  </a:solidFill>
                                  <a:latin typeface="Cambria Math" panose="02040503050406030204" pitchFamily="18" charset="0"/>
                                </a:rPr>
                                <m:t>𝑦</m:t>
                              </m:r>
                            </m:sub>
                          </m:sSub>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𝑔</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𝑡</m:t>
                              </m:r>
                            </m:e>
                            <m:sub>
                              <m:r>
                                <a:rPr lang="en-US" sz="1600" i="1">
                                  <a:solidFill>
                                    <a:srgbClr val="5F6060"/>
                                  </a:solidFill>
                                  <a:latin typeface="Cambria Math" panose="02040503050406030204" pitchFamily="18" charset="0"/>
                                </a:rPr>
                                <m:t>𝑖</m:t>
                              </m:r>
                            </m:sub>
                          </m:sSub>
                          <m:r>
                            <a:rPr lang="en-US" sz="1600" b="0" i="1" smtClean="0">
                              <a:solidFill>
                                <a:srgbClr val="5F6060"/>
                              </a:solidFill>
                              <a:latin typeface="Cambria Math" panose="02040503050406030204" pitchFamily="18" charset="0"/>
                            </a:rPr>
                            <m:t>−</m:t>
                          </m:r>
                          <m:f>
                            <m:fPr>
                              <m:ctrlPr>
                                <a:rPr lang="en-US" sz="1600" i="1">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𝑔</m:t>
                              </m:r>
                              <m:r>
                                <a:rPr lang="en-US" sz="1600" i="1">
                                  <a:solidFill>
                                    <a:srgbClr val="5F6060"/>
                                  </a:solidFill>
                                  <a:latin typeface="Cambria Math" panose="02040503050406030204" pitchFamily="18" charset="0"/>
                                </a:rPr>
                                <m:t>h</m:t>
                              </m:r>
                            </m:num>
                            <m:den>
                              <m:r>
                                <a:rPr lang="en-US" sz="1600" i="1">
                                  <a:solidFill>
                                    <a:srgbClr val="5F6060"/>
                                  </a:solidFill>
                                  <a:latin typeface="Cambria Math" panose="02040503050406030204" pitchFamily="18" charset="0"/>
                                </a:rPr>
                                <m:t>2</m:t>
                              </m:r>
                            </m:den>
                          </m:f>
                        </m:e>
                      </m:d>
                    </m:oMath>
                  </m:oMathPara>
                </a14:m>
                <a:endParaRPr lang="en-US" sz="1600" dirty="0">
                  <a:solidFill>
                    <a:srgbClr val="5F6060"/>
                  </a:solidFill>
                </a:endParaRPr>
              </a:p>
              <a:p>
                <a:pPr/>
                <a14:m>
                  <m:oMathPara xmlns:m="http://schemas.openxmlformats.org/officeDocument/2006/math">
                    <m:oMathParaPr>
                      <m:jc m:val="centerGroup"/>
                    </m:oMathParaPr>
                    <m:oMath xmlns:m="http://schemas.openxmlformats.org/officeDocument/2006/math">
                      <m:sSub>
                        <m:sSubPr>
                          <m:ctrlPr>
                            <a:rPr lang="en-US" sz="1600" i="1">
                              <a:solidFill>
                                <a:schemeClr val="tx1">
                                  <a:lumMod val="65000"/>
                                  <a:lumOff val="35000"/>
                                </a:schemeClr>
                              </a:solidFill>
                              <a:latin typeface="Cambria Math" panose="02040503050406030204" pitchFamily="18" charset="0"/>
                            </a:rPr>
                          </m:ctrlPr>
                        </m:sSubPr>
                        <m:e>
                          <m:r>
                            <a:rPr lang="en-US" sz="1600" i="1">
                              <a:solidFill>
                                <a:schemeClr val="tx1">
                                  <a:lumMod val="65000"/>
                                  <a:lumOff val="35000"/>
                                </a:schemeClr>
                              </a:solidFill>
                              <a:latin typeface="Cambria Math" panose="02040503050406030204" pitchFamily="18" charset="0"/>
                            </a:rPr>
                            <m:t>𝑘</m:t>
                          </m:r>
                        </m:e>
                        <m:sub>
                          <m:r>
                            <a:rPr lang="en-US" sz="1600" i="1">
                              <a:solidFill>
                                <a:schemeClr val="tx1">
                                  <a:lumMod val="65000"/>
                                  <a:lumOff val="35000"/>
                                </a:schemeClr>
                              </a:solidFill>
                              <a:latin typeface="Cambria Math" panose="02040503050406030204" pitchFamily="18" charset="0"/>
                            </a:rPr>
                            <m:t>3</m:t>
                          </m:r>
                        </m:sub>
                      </m:sSub>
                      <m:r>
                        <a:rPr lang="en-US" sz="1600" i="1">
                          <a:solidFill>
                            <a:schemeClr val="tx1">
                              <a:lumMod val="65000"/>
                              <a:lumOff val="35000"/>
                            </a:schemeClr>
                          </a:solidFill>
                          <a:latin typeface="Cambria Math" panose="02040503050406030204" pitchFamily="18" charset="0"/>
                        </a:rPr>
                        <m:t>=</m:t>
                      </m:r>
                      <m:r>
                        <a:rPr lang="en-US" sz="1600" i="1">
                          <a:solidFill>
                            <a:schemeClr val="tx1">
                              <a:lumMod val="65000"/>
                              <a:lumOff val="35000"/>
                            </a:schemeClr>
                          </a:solidFill>
                          <a:latin typeface="Cambria Math" panose="02040503050406030204" pitchFamily="18" charset="0"/>
                        </a:rPr>
                        <m:t>h𝑓</m:t>
                      </m:r>
                      <m:d>
                        <m:dPr>
                          <m:ctrlPr>
                            <a:rPr lang="en-US" sz="1600" i="1">
                              <a:solidFill>
                                <a:schemeClr val="tx1">
                                  <a:lumMod val="65000"/>
                                  <a:lumOff val="35000"/>
                                </a:schemeClr>
                              </a:solidFill>
                              <a:latin typeface="Cambria Math" panose="02040503050406030204" pitchFamily="18" charset="0"/>
                            </a:rPr>
                          </m:ctrlPr>
                        </m:dPr>
                        <m:e>
                          <m:sSub>
                            <m:sSubPr>
                              <m:ctrlPr>
                                <a:rPr lang="en-US" sz="1600" i="1">
                                  <a:solidFill>
                                    <a:schemeClr val="tx1">
                                      <a:lumMod val="65000"/>
                                      <a:lumOff val="35000"/>
                                    </a:schemeClr>
                                  </a:solidFill>
                                  <a:latin typeface="Cambria Math" panose="02040503050406030204" pitchFamily="18" charset="0"/>
                                </a:rPr>
                              </m:ctrlPr>
                            </m:sSubPr>
                            <m:e>
                              <m:r>
                                <a:rPr lang="en-US" sz="1600" i="1">
                                  <a:solidFill>
                                    <a:schemeClr val="tx1">
                                      <a:lumMod val="65000"/>
                                      <a:lumOff val="35000"/>
                                    </a:schemeClr>
                                  </a:solidFill>
                                  <a:latin typeface="Cambria Math" panose="02040503050406030204" pitchFamily="18" charset="0"/>
                                </a:rPr>
                                <m:t>𝑡</m:t>
                              </m:r>
                            </m:e>
                            <m:sub>
                              <m:r>
                                <a:rPr lang="en-US" sz="1600" i="1">
                                  <a:solidFill>
                                    <a:schemeClr val="tx1">
                                      <a:lumMod val="65000"/>
                                      <a:lumOff val="35000"/>
                                    </a:schemeClr>
                                  </a:solidFill>
                                  <a:latin typeface="Cambria Math" panose="02040503050406030204" pitchFamily="18" charset="0"/>
                                </a:rPr>
                                <m:t>𝑖</m:t>
                              </m:r>
                            </m:sub>
                          </m:sSub>
                          <m:r>
                            <a:rPr lang="en-US" sz="1600" i="1">
                              <a:solidFill>
                                <a:schemeClr val="tx1">
                                  <a:lumMod val="65000"/>
                                  <a:lumOff val="35000"/>
                                </a:schemeClr>
                              </a:solidFill>
                              <a:latin typeface="Cambria Math" panose="02040503050406030204" pitchFamily="18" charset="0"/>
                            </a:rPr>
                            <m:t>+</m:t>
                          </m:r>
                          <m:f>
                            <m:fPr>
                              <m:ctrlPr>
                                <a:rPr lang="en-US" sz="1600" i="1">
                                  <a:solidFill>
                                    <a:schemeClr val="tx1">
                                      <a:lumMod val="65000"/>
                                      <a:lumOff val="35000"/>
                                    </a:schemeClr>
                                  </a:solidFill>
                                  <a:latin typeface="Cambria Math" panose="02040503050406030204" pitchFamily="18" charset="0"/>
                                </a:rPr>
                              </m:ctrlPr>
                            </m:fPr>
                            <m:num>
                              <m:r>
                                <a:rPr lang="en-US" sz="1600" i="1">
                                  <a:solidFill>
                                    <a:schemeClr val="tx1">
                                      <a:lumMod val="65000"/>
                                      <a:lumOff val="35000"/>
                                    </a:schemeClr>
                                  </a:solidFill>
                                  <a:latin typeface="Cambria Math" panose="02040503050406030204" pitchFamily="18" charset="0"/>
                                </a:rPr>
                                <m:t>h</m:t>
                              </m:r>
                            </m:num>
                            <m:den>
                              <m:r>
                                <a:rPr lang="en-US" sz="1600" i="1">
                                  <a:solidFill>
                                    <a:schemeClr val="tx1">
                                      <a:lumMod val="65000"/>
                                      <a:lumOff val="35000"/>
                                    </a:schemeClr>
                                  </a:solidFill>
                                  <a:latin typeface="Cambria Math" panose="02040503050406030204" pitchFamily="18" charset="0"/>
                                </a:rPr>
                                <m:t>2</m:t>
                              </m:r>
                            </m:den>
                          </m:f>
                          <m:r>
                            <a:rPr lang="en-US" sz="1600" i="1">
                              <a:solidFill>
                                <a:schemeClr val="tx1">
                                  <a:lumMod val="65000"/>
                                  <a:lumOff val="35000"/>
                                </a:schemeClr>
                              </a:solidFill>
                              <a:latin typeface="Cambria Math" panose="02040503050406030204" pitchFamily="18" charset="0"/>
                            </a:rPr>
                            <m:t>,</m:t>
                          </m:r>
                          <m:sSub>
                            <m:sSubPr>
                              <m:ctrlPr>
                                <a:rPr lang="en-US" sz="1600" i="1">
                                  <a:solidFill>
                                    <a:schemeClr val="tx1">
                                      <a:lumMod val="65000"/>
                                      <a:lumOff val="35000"/>
                                    </a:schemeClr>
                                  </a:solidFill>
                                  <a:latin typeface="Cambria Math" panose="02040503050406030204" pitchFamily="18" charset="0"/>
                                </a:rPr>
                              </m:ctrlPr>
                            </m:sSubPr>
                            <m:e>
                              <m:r>
                                <a:rPr lang="en-US" sz="1600" i="1">
                                  <a:solidFill>
                                    <a:schemeClr val="tx1">
                                      <a:lumMod val="65000"/>
                                      <a:lumOff val="35000"/>
                                    </a:schemeClr>
                                  </a:solidFill>
                                  <a:latin typeface="Cambria Math" panose="02040503050406030204" pitchFamily="18" charset="0"/>
                                </a:rPr>
                                <m:t>𝑦</m:t>
                              </m:r>
                            </m:e>
                            <m:sub>
                              <m:r>
                                <a:rPr lang="en-US" sz="1600" i="1">
                                  <a:solidFill>
                                    <a:schemeClr val="tx1">
                                      <a:lumMod val="65000"/>
                                      <a:lumOff val="35000"/>
                                    </a:schemeClr>
                                  </a:solidFill>
                                  <a:latin typeface="Cambria Math" panose="02040503050406030204" pitchFamily="18" charset="0"/>
                                </a:rPr>
                                <m:t>𝑖</m:t>
                              </m:r>
                            </m:sub>
                          </m:sSub>
                          <m:r>
                            <a:rPr lang="en-US" sz="1600" i="1">
                              <a:solidFill>
                                <a:schemeClr val="tx1">
                                  <a:lumMod val="65000"/>
                                  <a:lumOff val="35000"/>
                                </a:schemeClr>
                              </a:solidFill>
                              <a:latin typeface="Cambria Math" panose="02040503050406030204" pitchFamily="18" charset="0"/>
                            </a:rPr>
                            <m:t>+</m:t>
                          </m:r>
                          <m:f>
                            <m:fPr>
                              <m:ctrlPr>
                                <a:rPr lang="en-US" sz="1600" i="1">
                                  <a:solidFill>
                                    <a:schemeClr val="tx1">
                                      <a:lumMod val="65000"/>
                                      <a:lumOff val="35000"/>
                                    </a:schemeClr>
                                  </a:solidFill>
                                  <a:latin typeface="Cambria Math" panose="02040503050406030204" pitchFamily="18" charset="0"/>
                                </a:rPr>
                              </m:ctrlPr>
                            </m:fPr>
                            <m:num>
                              <m:r>
                                <a:rPr lang="en-US" sz="1600" i="1">
                                  <a:solidFill>
                                    <a:schemeClr val="tx1">
                                      <a:lumMod val="65000"/>
                                      <a:lumOff val="35000"/>
                                    </a:schemeClr>
                                  </a:solidFill>
                                  <a:latin typeface="Cambria Math" panose="02040503050406030204" pitchFamily="18" charset="0"/>
                                </a:rPr>
                                <m:t>1</m:t>
                              </m:r>
                            </m:num>
                            <m:den>
                              <m:r>
                                <a:rPr lang="en-US" sz="1600" i="1">
                                  <a:solidFill>
                                    <a:schemeClr val="tx1">
                                      <a:lumMod val="65000"/>
                                      <a:lumOff val="35000"/>
                                    </a:schemeClr>
                                  </a:solidFill>
                                  <a:latin typeface="Cambria Math" panose="02040503050406030204" pitchFamily="18" charset="0"/>
                                </a:rPr>
                                <m:t>2</m:t>
                              </m:r>
                            </m:den>
                          </m:f>
                          <m:sSub>
                            <m:sSubPr>
                              <m:ctrlPr>
                                <a:rPr lang="en-US" sz="1600" i="1">
                                  <a:solidFill>
                                    <a:schemeClr val="tx1">
                                      <a:lumMod val="65000"/>
                                      <a:lumOff val="35000"/>
                                    </a:schemeClr>
                                  </a:solidFill>
                                  <a:latin typeface="Cambria Math" panose="02040503050406030204" pitchFamily="18" charset="0"/>
                                </a:rPr>
                              </m:ctrlPr>
                            </m:sSubPr>
                            <m:e>
                              <m:r>
                                <a:rPr lang="en-US" sz="1600" i="1">
                                  <a:solidFill>
                                    <a:schemeClr val="tx1">
                                      <a:lumMod val="65000"/>
                                      <a:lumOff val="35000"/>
                                    </a:schemeClr>
                                  </a:solidFill>
                                  <a:latin typeface="Cambria Math" panose="02040503050406030204" pitchFamily="18" charset="0"/>
                                </a:rPr>
                                <m:t>𝑘</m:t>
                              </m:r>
                            </m:e>
                            <m:sub>
                              <m:r>
                                <a:rPr lang="en-US" sz="1600" i="1">
                                  <a:solidFill>
                                    <a:schemeClr val="tx1">
                                      <a:lumMod val="65000"/>
                                      <a:lumOff val="35000"/>
                                    </a:schemeClr>
                                  </a:solidFill>
                                  <a:latin typeface="Cambria Math" panose="02040503050406030204" pitchFamily="18" charset="0"/>
                                </a:rPr>
                                <m:t>2</m:t>
                              </m:r>
                            </m:sub>
                          </m:sSub>
                        </m:e>
                      </m:d>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h</m:t>
                      </m:r>
                      <m:d>
                        <m:dPr>
                          <m:ctrlPr>
                            <a:rPr lang="en-US" sz="1600" i="1">
                              <a:solidFill>
                                <a:srgbClr val="5F6060"/>
                              </a:solidFill>
                              <a:latin typeface="Cambria Math" panose="02040503050406030204" pitchFamily="18" charset="0"/>
                            </a:rPr>
                          </m:ctrlPr>
                        </m:dPr>
                        <m:e>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𝑉</m:t>
                              </m:r>
                            </m:e>
                            <m:sub>
                              <m:r>
                                <a:rPr lang="en-US" sz="1600" i="1">
                                  <a:solidFill>
                                    <a:srgbClr val="5F6060"/>
                                  </a:solidFill>
                                  <a:latin typeface="Cambria Math" panose="02040503050406030204" pitchFamily="18" charset="0"/>
                                </a:rPr>
                                <m:t>0</m:t>
                              </m:r>
                              <m:r>
                                <a:rPr lang="en-US" sz="1600" i="1">
                                  <a:solidFill>
                                    <a:srgbClr val="5F6060"/>
                                  </a:solidFill>
                                  <a:latin typeface="Cambria Math" panose="02040503050406030204" pitchFamily="18" charset="0"/>
                                </a:rPr>
                                <m:t>𝑦</m:t>
                              </m:r>
                            </m:sub>
                          </m:sSub>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𝑔</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𝑡</m:t>
                              </m:r>
                            </m:e>
                            <m:sub>
                              <m:r>
                                <a:rPr lang="en-US" sz="1600" i="1">
                                  <a:solidFill>
                                    <a:srgbClr val="5F6060"/>
                                  </a:solidFill>
                                  <a:latin typeface="Cambria Math" panose="02040503050406030204" pitchFamily="18" charset="0"/>
                                </a:rPr>
                                <m:t>𝑖</m:t>
                              </m:r>
                            </m:sub>
                          </m:sSub>
                          <m:r>
                            <a:rPr lang="en-US" sz="1600" i="1">
                              <a:solidFill>
                                <a:srgbClr val="5F6060"/>
                              </a:solidFill>
                              <a:latin typeface="Cambria Math" panose="02040503050406030204" pitchFamily="18" charset="0"/>
                            </a:rPr>
                            <m:t>+</m:t>
                          </m:r>
                          <m:f>
                            <m:fPr>
                              <m:ctrlPr>
                                <a:rPr lang="en-US" sz="1600" i="1">
                                  <a:solidFill>
                                    <a:srgbClr val="5F6060"/>
                                  </a:solidFill>
                                  <a:latin typeface="Cambria Math" panose="02040503050406030204" pitchFamily="18" charset="0"/>
                                </a:rPr>
                              </m:ctrlPr>
                            </m:fPr>
                            <m:num>
                              <m:r>
                                <a:rPr lang="en-US" sz="1600" i="1">
                                  <a:solidFill>
                                    <a:srgbClr val="5F6060"/>
                                  </a:solidFill>
                                  <a:latin typeface="Cambria Math" panose="02040503050406030204" pitchFamily="18" charset="0"/>
                                </a:rPr>
                                <m:t>h</m:t>
                              </m:r>
                            </m:num>
                            <m:den>
                              <m:r>
                                <a:rPr lang="en-US" sz="1600" i="1">
                                  <a:solidFill>
                                    <a:srgbClr val="5F6060"/>
                                  </a:solidFill>
                                  <a:latin typeface="Cambria Math" panose="02040503050406030204" pitchFamily="18" charset="0"/>
                                </a:rPr>
                                <m:t>2</m:t>
                              </m:r>
                            </m:den>
                          </m:f>
                        </m:e>
                      </m:d>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h</m:t>
                      </m:r>
                      <m:d>
                        <m:dPr>
                          <m:ctrlPr>
                            <a:rPr lang="en-US" sz="1600" i="1">
                              <a:solidFill>
                                <a:srgbClr val="5F6060"/>
                              </a:solidFill>
                              <a:latin typeface="Cambria Math" panose="02040503050406030204" pitchFamily="18" charset="0"/>
                            </a:rPr>
                          </m:ctrlPr>
                        </m:dPr>
                        <m:e>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𝑉</m:t>
                              </m:r>
                            </m:e>
                            <m:sub>
                              <m:r>
                                <a:rPr lang="en-US" sz="1600" i="1">
                                  <a:solidFill>
                                    <a:srgbClr val="5F6060"/>
                                  </a:solidFill>
                                  <a:latin typeface="Cambria Math" panose="02040503050406030204" pitchFamily="18" charset="0"/>
                                </a:rPr>
                                <m:t>0</m:t>
                              </m:r>
                              <m:r>
                                <a:rPr lang="en-US" sz="1600" i="1">
                                  <a:solidFill>
                                    <a:srgbClr val="5F6060"/>
                                  </a:solidFill>
                                  <a:latin typeface="Cambria Math" panose="02040503050406030204" pitchFamily="18" charset="0"/>
                                </a:rPr>
                                <m:t>𝑦</m:t>
                              </m:r>
                            </m:sub>
                          </m:sSub>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𝑔</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𝑡</m:t>
                              </m:r>
                            </m:e>
                            <m:sub>
                              <m:r>
                                <a:rPr lang="en-US" sz="1600" i="1">
                                  <a:solidFill>
                                    <a:srgbClr val="5F6060"/>
                                  </a:solidFill>
                                  <a:latin typeface="Cambria Math" panose="02040503050406030204" pitchFamily="18" charset="0"/>
                                </a:rPr>
                                <m:t>𝑖</m:t>
                              </m:r>
                            </m:sub>
                          </m:sSub>
                          <m:r>
                            <a:rPr lang="en-US" sz="1600" i="1">
                              <a:solidFill>
                                <a:srgbClr val="5F6060"/>
                              </a:solidFill>
                              <a:latin typeface="Cambria Math" panose="02040503050406030204" pitchFamily="18" charset="0"/>
                            </a:rPr>
                            <m:t>−</m:t>
                          </m:r>
                          <m:f>
                            <m:fPr>
                              <m:ctrlPr>
                                <a:rPr lang="en-US" sz="1600" i="1">
                                  <a:solidFill>
                                    <a:srgbClr val="5F6060"/>
                                  </a:solidFill>
                                  <a:latin typeface="Cambria Math" panose="02040503050406030204" pitchFamily="18" charset="0"/>
                                </a:rPr>
                              </m:ctrlPr>
                            </m:fPr>
                            <m:num>
                              <m:r>
                                <a:rPr lang="en-US" sz="1600" i="1">
                                  <a:solidFill>
                                    <a:srgbClr val="5F6060"/>
                                  </a:solidFill>
                                  <a:latin typeface="Cambria Math" panose="02040503050406030204" pitchFamily="18" charset="0"/>
                                </a:rPr>
                                <m:t>𝑔h</m:t>
                              </m:r>
                            </m:num>
                            <m:den>
                              <m:r>
                                <a:rPr lang="en-US" sz="1600" i="1">
                                  <a:solidFill>
                                    <a:srgbClr val="5F6060"/>
                                  </a:solidFill>
                                  <a:latin typeface="Cambria Math" panose="02040503050406030204" pitchFamily="18" charset="0"/>
                                </a:rPr>
                                <m:t>2</m:t>
                              </m:r>
                            </m:den>
                          </m:f>
                        </m:e>
                      </m:d>
                    </m:oMath>
                  </m:oMathPara>
                </a14:m>
                <a:endParaRPr lang="en-US" sz="1600" dirty="0">
                  <a:solidFill>
                    <a:schemeClr val="tx1">
                      <a:lumMod val="65000"/>
                      <a:lumOff val="35000"/>
                    </a:schemeClr>
                  </a:solidFill>
                </a:endParaRPr>
              </a:p>
              <a:p>
                <a:pPr/>
                <a14:m>
                  <m:oMathPara xmlns:m="http://schemas.openxmlformats.org/officeDocument/2006/math">
                    <m:oMathParaPr>
                      <m:jc m:val="centerGroup"/>
                    </m:oMathParaPr>
                    <m:oMath xmlns:m="http://schemas.openxmlformats.org/officeDocument/2006/math">
                      <m:sSub>
                        <m:sSubPr>
                          <m:ctrlPr>
                            <a:rPr lang="en-US" sz="1600" i="1">
                              <a:solidFill>
                                <a:schemeClr val="tx1">
                                  <a:lumMod val="65000"/>
                                  <a:lumOff val="35000"/>
                                </a:schemeClr>
                              </a:solidFill>
                              <a:latin typeface="Cambria Math" panose="02040503050406030204" pitchFamily="18" charset="0"/>
                            </a:rPr>
                          </m:ctrlPr>
                        </m:sSubPr>
                        <m:e>
                          <m:r>
                            <a:rPr lang="en-US" sz="1600" i="1">
                              <a:solidFill>
                                <a:schemeClr val="tx1">
                                  <a:lumMod val="65000"/>
                                  <a:lumOff val="35000"/>
                                </a:schemeClr>
                              </a:solidFill>
                              <a:latin typeface="Cambria Math" panose="02040503050406030204" pitchFamily="18" charset="0"/>
                            </a:rPr>
                            <m:t>𝑘</m:t>
                          </m:r>
                        </m:e>
                        <m:sub>
                          <m:r>
                            <a:rPr lang="en-US" sz="1600" b="0" i="1" smtClean="0">
                              <a:solidFill>
                                <a:schemeClr val="tx1">
                                  <a:lumMod val="65000"/>
                                  <a:lumOff val="35000"/>
                                </a:schemeClr>
                              </a:solidFill>
                              <a:latin typeface="Cambria Math" panose="02040503050406030204" pitchFamily="18" charset="0"/>
                            </a:rPr>
                            <m:t>4</m:t>
                          </m:r>
                        </m:sub>
                      </m:sSub>
                      <m:r>
                        <a:rPr lang="en-US" sz="1600" i="1">
                          <a:solidFill>
                            <a:schemeClr val="tx1">
                              <a:lumMod val="65000"/>
                              <a:lumOff val="35000"/>
                            </a:schemeClr>
                          </a:solidFill>
                          <a:latin typeface="Cambria Math" panose="02040503050406030204" pitchFamily="18" charset="0"/>
                        </a:rPr>
                        <m:t>=</m:t>
                      </m:r>
                      <m:r>
                        <a:rPr lang="en-US" sz="1600" i="1">
                          <a:solidFill>
                            <a:schemeClr val="tx1">
                              <a:lumMod val="65000"/>
                              <a:lumOff val="35000"/>
                            </a:schemeClr>
                          </a:solidFill>
                          <a:latin typeface="Cambria Math" panose="02040503050406030204" pitchFamily="18" charset="0"/>
                        </a:rPr>
                        <m:t>h𝑓</m:t>
                      </m:r>
                      <m:d>
                        <m:dPr>
                          <m:ctrlPr>
                            <a:rPr lang="en-US" sz="1600" i="1">
                              <a:solidFill>
                                <a:schemeClr val="tx1">
                                  <a:lumMod val="65000"/>
                                  <a:lumOff val="35000"/>
                                </a:schemeClr>
                              </a:solidFill>
                              <a:latin typeface="Cambria Math" panose="02040503050406030204" pitchFamily="18" charset="0"/>
                            </a:rPr>
                          </m:ctrlPr>
                        </m:dPr>
                        <m:e>
                          <m:sSub>
                            <m:sSubPr>
                              <m:ctrlPr>
                                <a:rPr lang="en-US" sz="1600" i="1">
                                  <a:solidFill>
                                    <a:schemeClr val="tx1">
                                      <a:lumMod val="65000"/>
                                      <a:lumOff val="35000"/>
                                    </a:schemeClr>
                                  </a:solidFill>
                                  <a:latin typeface="Cambria Math" panose="02040503050406030204" pitchFamily="18" charset="0"/>
                                </a:rPr>
                              </m:ctrlPr>
                            </m:sSubPr>
                            <m:e>
                              <m:r>
                                <a:rPr lang="en-US" sz="1600" i="1">
                                  <a:solidFill>
                                    <a:schemeClr val="tx1">
                                      <a:lumMod val="65000"/>
                                      <a:lumOff val="35000"/>
                                    </a:schemeClr>
                                  </a:solidFill>
                                  <a:latin typeface="Cambria Math" panose="02040503050406030204" pitchFamily="18" charset="0"/>
                                </a:rPr>
                                <m:t>𝑡</m:t>
                              </m:r>
                            </m:e>
                            <m:sub>
                              <m:r>
                                <a:rPr lang="en-US" sz="1600" i="1">
                                  <a:solidFill>
                                    <a:schemeClr val="tx1">
                                      <a:lumMod val="65000"/>
                                      <a:lumOff val="35000"/>
                                    </a:schemeClr>
                                  </a:solidFill>
                                  <a:latin typeface="Cambria Math" panose="02040503050406030204" pitchFamily="18" charset="0"/>
                                </a:rPr>
                                <m:t>𝑖</m:t>
                              </m:r>
                            </m:sub>
                          </m:sSub>
                          <m:r>
                            <a:rPr lang="en-US" sz="1600" i="1">
                              <a:solidFill>
                                <a:schemeClr val="tx1">
                                  <a:lumMod val="65000"/>
                                  <a:lumOff val="35000"/>
                                </a:schemeClr>
                              </a:solidFill>
                              <a:latin typeface="Cambria Math" panose="02040503050406030204" pitchFamily="18" charset="0"/>
                            </a:rPr>
                            <m:t>+</m:t>
                          </m:r>
                          <m:r>
                            <a:rPr lang="en-US" sz="1600" b="0" i="1" smtClean="0">
                              <a:solidFill>
                                <a:schemeClr val="tx1">
                                  <a:lumMod val="65000"/>
                                  <a:lumOff val="35000"/>
                                </a:schemeClr>
                              </a:solidFill>
                              <a:latin typeface="Cambria Math" panose="02040503050406030204" pitchFamily="18" charset="0"/>
                            </a:rPr>
                            <m:t>h</m:t>
                          </m:r>
                          <m:r>
                            <a:rPr lang="en-US" sz="1600" i="1">
                              <a:solidFill>
                                <a:schemeClr val="tx1">
                                  <a:lumMod val="65000"/>
                                  <a:lumOff val="35000"/>
                                </a:schemeClr>
                              </a:solidFill>
                              <a:latin typeface="Cambria Math" panose="02040503050406030204" pitchFamily="18" charset="0"/>
                            </a:rPr>
                            <m:t>,</m:t>
                          </m:r>
                          <m:sSub>
                            <m:sSubPr>
                              <m:ctrlPr>
                                <a:rPr lang="en-US" sz="1600" i="1">
                                  <a:solidFill>
                                    <a:schemeClr val="tx1">
                                      <a:lumMod val="65000"/>
                                      <a:lumOff val="35000"/>
                                    </a:schemeClr>
                                  </a:solidFill>
                                  <a:latin typeface="Cambria Math" panose="02040503050406030204" pitchFamily="18" charset="0"/>
                                </a:rPr>
                              </m:ctrlPr>
                            </m:sSubPr>
                            <m:e>
                              <m:r>
                                <a:rPr lang="en-US" sz="1600" i="1">
                                  <a:solidFill>
                                    <a:schemeClr val="tx1">
                                      <a:lumMod val="65000"/>
                                      <a:lumOff val="35000"/>
                                    </a:schemeClr>
                                  </a:solidFill>
                                  <a:latin typeface="Cambria Math" panose="02040503050406030204" pitchFamily="18" charset="0"/>
                                </a:rPr>
                                <m:t>𝑦</m:t>
                              </m:r>
                            </m:e>
                            <m:sub>
                              <m:r>
                                <a:rPr lang="en-US" sz="1600" i="1">
                                  <a:solidFill>
                                    <a:schemeClr val="tx1">
                                      <a:lumMod val="65000"/>
                                      <a:lumOff val="35000"/>
                                    </a:schemeClr>
                                  </a:solidFill>
                                  <a:latin typeface="Cambria Math" panose="02040503050406030204" pitchFamily="18" charset="0"/>
                                </a:rPr>
                                <m:t>𝑖</m:t>
                              </m:r>
                            </m:sub>
                          </m:sSub>
                          <m:r>
                            <a:rPr lang="en-US" sz="1600" i="1">
                              <a:solidFill>
                                <a:schemeClr val="tx1">
                                  <a:lumMod val="65000"/>
                                  <a:lumOff val="35000"/>
                                </a:schemeClr>
                              </a:solidFill>
                              <a:latin typeface="Cambria Math" panose="02040503050406030204" pitchFamily="18" charset="0"/>
                            </a:rPr>
                            <m:t>+</m:t>
                          </m:r>
                          <m:sSub>
                            <m:sSubPr>
                              <m:ctrlPr>
                                <a:rPr lang="en-US" sz="1600" i="1">
                                  <a:solidFill>
                                    <a:schemeClr val="tx1">
                                      <a:lumMod val="65000"/>
                                      <a:lumOff val="35000"/>
                                    </a:schemeClr>
                                  </a:solidFill>
                                  <a:latin typeface="Cambria Math" panose="02040503050406030204" pitchFamily="18" charset="0"/>
                                </a:rPr>
                              </m:ctrlPr>
                            </m:sSubPr>
                            <m:e>
                              <m:r>
                                <a:rPr lang="en-US" sz="1600" i="1">
                                  <a:solidFill>
                                    <a:schemeClr val="tx1">
                                      <a:lumMod val="65000"/>
                                      <a:lumOff val="35000"/>
                                    </a:schemeClr>
                                  </a:solidFill>
                                  <a:latin typeface="Cambria Math" panose="02040503050406030204" pitchFamily="18" charset="0"/>
                                </a:rPr>
                                <m:t>𝑘</m:t>
                              </m:r>
                            </m:e>
                            <m:sub>
                              <m:r>
                                <a:rPr lang="en-US" sz="1600" b="0" i="1" smtClean="0">
                                  <a:solidFill>
                                    <a:schemeClr val="tx1">
                                      <a:lumMod val="65000"/>
                                      <a:lumOff val="35000"/>
                                    </a:schemeClr>
                                  </a:solidFill>
                                  <a:latin typeface="Cambria Math" panose="02040503050406030204" pitchFamily="18" charset="0"/>
                                </a:rPr>
                                <m:t>3</m:t>
                              </m:r>
                            </m:sub>
                          </m:sSub>
                        </m:e>
                      </m:d>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h</m:t>
                      </m:r>
                      <m:d>
                        <m:dPr>
                          <m:ctrlPr>
                            <a:rPr lang="en-US" sz="1600" i="1">
                              <a:solidFill>
                                <a:srgbClr val="5F6060"/>
                              </a:solidFill>
                              <a:latin typeface="Cambria Math" panose="02040503050406030204" pitchFamily="18" charset="0"/>
                            </a:rPr>
                          </m:ctrlPr>
                        </m:dPr>
                        <m:e>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𝑉</m:t>
                              </m:r>
                            </m:e>
                            <m:sub>
                              <m:r>
                                <a:rPr lang="en-US" sz="1600" i="1">
                                  <a:solidFill>
                                    <a:srgbClr val="5F6060"/>
                                  </a:solidFill>
                                  <a:latin typeface="Cambria Math" panose="02040503050406030204" pitchFamily="18" charset="0"/>
                                </a:rPr>
                                <m:t>0</m:t>
                              </m:r>
                              <m:r>
                                <a:rPr lang="en-US" sz="1600" i="1">
                                  <a:solidFill>
                                    <a:srgbClr val="5F6060"/>
                                  </a:solidFill>
                                  <a:latin typeface="Cambria Math" panose="02040503050406030204" pitchFamily="18" charset="0"/>
                                </a:rPr>
                                <m:t>𝑦</m:t>
                              </m:r>
                            </m:sub>
                          </m:sSub>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𝑔</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𝑡</m:t>
                              </m:r>
                            </m:e>
                            <m:sub>
                              <m:r>
                                <a:rPr lang="en-US" sz="1600" i="1">
                                  <a:solidFill>
                                    <a:srgbClr val="5F6060"/>
                                  </a:solidFill>
                                  <a:latin typeface="Cambria Math" panose="02040503050406030204" pitchFamily="18" charset="0"/>
                                </a:rPr>
                                <m:t>𝑖</m:t>
                              </m:r>
                            </m:sub>
                          </m:sSub>
                          <m:r>
                            <a:rPr lang="en-US" sz="1600" i="1">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h</m:t>
                          </m:r>
                        </m:e>
                      </m:d>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h</m:t>
                      </m:r>
                      <m:d>
                        <m:dPr>
                          <m:ctrlPr>
                            <a:rPr lang="en-US" sz="1600" i="1">
                              <a:solidFill>
                                <a:srgbClr val="5F6060"/>
                              </a:solidFill>
                              <a:latin typeface="Cambria Math" panose="02040503050406030204" pitchFamily="18" charset="0"/>
                            </a:rPr>
                          </m:ctrlPr>
                        </m:dPr>
                        <m:e>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𝑉</m:t>
                              </m:r>
                            </m:e>
                            <m:sub>
                              <m:r>
                                <a:rPr lang="en-US" sz="1600" i="1">
                                  <a:solidFill>
                                    <a:srgbClr val="5F6060"/>
                                  </a:solidFill>
                                  <a:latin typeface="Cambria Math" panose="02040503050406030204" pitchFamily="18" charset="0"/>
                                </a:rPr>
                                <m:t>0</m:t>
                              </m:r>
                              <m:r>
                                <a:rPr lang="en-US" sz="1600" i="1">
                                  <a:solidFill>
                                    <a:srgbClr val="5F6060"/>
                                  </a:solidFill>
                                  <a:latin typeface="Cambria Math" panose="02040503050406030204" pitchFamily="18" charset="0"/>
                                </a:rPr>
                                <m:t>𝑦</m:t>
                              </m:r>
                            </m:sub>
                          </m:sSub>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𝑔</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𝑡</m:t>
                              </m:r>
                            </m:e>
                            <m:sub>
                              <m:r>
                                <a:rPr lang="en-US" sz="1600" i="1">
                                  <a:solidFill>
                                    <a:srgbClr val="5F6060"/>
                                  </a:solidFill>
                                  <a:latin typeface="Cambria Math" panose="02040503050406030204" pitchFamily="18" charset="0"/>
                                </a:rPr>
                                <m:t>𝑖</m:t>
                              </m:r>
                            </m:sub>
                          </m:sSub>
                          <m:r>
                            <a:rPr lang="en-US" sz="1600" i="1">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𝑔h</m:t>
                          </m:r>
                        </m:e>
                      </m:d>
                    </m:oMath>
                  </m:oMathPara>
                </a14:m>
                <a:endParaRPr lang="en-US" sz="1600" dirty="0">
                  <a:solidFill>
                    <a:srgbClr val="5F6060"/>
                  </a:solidFill>
                </a:endParaRPr>
              </a:p>
              <a:p>
                <a:r>
                  <a:rPr lang="en-US" sz="1600" dirty="0">
                    <a:solidFill>
                      <a:srgbClr val="5F6060"/>
                    </a:solidFill>
                  </a:rPr>
                  <a:t>Which makes the closed-form solution:</a:t>
                </a:r>
              </a:p>
              <a:p>
                <a:pPr/>
                <a14:m>
                  <m:oMathPara xmlns:m="http://schemas.openxmlformats.org/officeDocument/2006/math">
                    <m:oMathParaPr>
                      <m:jc m:val="centerGroup"/>
                    </m:oMathParaPr>
                    <m:oMath xmlns:m="http://schemas.openxmlformats.org/officeDocument/2006/math">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𝑦</m:t>
                          </m:r>
                        </m:e>
                        <m:sub>
                          <m:r>
                            <a:rPr lang="en-US" sz="1600" b="0" i="1" smtClean="0">
                              <a:solidFill>
                                <a:srgbClr val="5F6060"/>
                              </a:solidFill>
                              <a:latin typeface="Cambria Math" panose="02040503050406030204" pitchFamily="18" charset="0"/>
                            </a:rPr>
                            <m:t>𝑖</m:t>
                          </m:r>
                          <m:r>
                            <a:rPr lang="en-US" sz="1600" b="0" i="1" smtClean="0">
                              <a:solidFill>
                                <a:srgbClr val="5F6060"/>
                              </a:solidFill>
                              <a:latin typeface="Cambria Math" panose="02040503050406030204" pitchFamily="18" charset="0"/>
                            </a:rPr>
                            <m:t>+1</m:t>
                          </m:r>
                        </m:sub>
                      </m:sSub>
                      <m:r>
                        <a:rPr lang="en-US" sz="1600" b="0" i="1" smtClean="0">
                          <a:solidFill>
                            <a:srgbClr val="5F6060"/>
                          </a:solidFill>
                          <a:latin typeface="Cambria Math" panose="02040503050406030204" pitchFamily="18" charset="0"/>
                        </a:rPr>
                        <m:t>=</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𝑦</m:t>
                          </m:r>
                        </m:e>
                        <m:sub>
                          <m:r>
                            <a:rPr lang="en-US" sz="1600" b="0" i="1" smtClean="0">
                              <a:solidFill>
                                <a:srgbClr val="5F6060"/>
                              </a:solidFill>
                              <a:latin typeface="Cambria Math" panose="02040503050406030204" pitchFamily="18" charset="0"/>
                            </a:rPr>
                            <m:t>𝑖</m:t>
                          </m:r>
                        </m:sub>
                      </m:sSub>
                      <m:r>
                        <a:rPr lang="en-US" sz="1600" b="0" i="1" smtClean="0">
                          <a:solidFill>
                            <a:srgbClr val="5F6060"/>
                          </a:solidFill>
                          <a:latin typeface="Cambria Math" panose="02040503050406030204" pitchFamily="18" charset="0"/>
                        </a:rPr>
                        <m:t>+</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1</m:t>
                          </m:r>
                        </m:num>
                        <m:den>
                          <m:r>
                            <a:rPr lang="en-US" sz="1600" b="0" i="1" smtClean="0">
                              <a:solidFill>
                                <a:srgbClr val="5F6060"/>
                              </a:solidFill>
                              <a:latin typeface="Cambria Math" panose="02040503050406030204" pitchFamily="18" charset="0"/>
                            </a:rPr>
                            <m:t>6</m:t>
                          </m:r>
                        </m:den>
                      </m:f>
                      <m:d>
                        <m:dPr>
                          <m:ctrlPr>
                            <a:rPr lang="en-US" sz="1600" b="0" i="1" smtClean="0">
                              <a:solidFill>
                                <a:srgbClr val="5F6060"/>
                              </a:solidFill>
                              <a:latin typeface="Cambria Math" panose="02040503050406030204" pitchFamily="18" charset="0"/>
                            </a:rPr>
                          </m:ctrlPr>
                        </m:dPr>
                        <m:e>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𝑘</m:t>
                              </m:r>
                            </m:e>
                            <m:sub>
                              <m:r>
                                <a:rPr lang="en-US" sz="1600" b="0" i="1" smtClean="0">
                                  <a:solidFill>
                                    <a:srgbClr val="5F6060"/>
                                  </a:solidFill>
                                  <a:latin typeface="Cambria Math" panose="02040503050406030204" pitchFamily="18" charset="0"/>
                                </a:rPr>
                                <m:t>1</m:t>
                              </m:r>
                            </m:sub>
                          </m:sSub>
                          <m:r>
                            <a:rPr lang="en-US" sz="1600" b="0" i="1" smtClean="0">
                              <a:solidFill>
                                <a:srgbClr val="5F6060"/>
                              </a:solidFill>
                              <a:latin typeface="Cambria Math" panose="02040503050406030204" pitchFamily="18" charset="0"/>
                            </a:rPr>
                            <m:t>+2</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𝑘</m:t>
                              </m:r>
                            </m:e>
                            <m:sub>
                              <m:r>
                                <a:rPr lang="en-US" sz="1600" b="0" i="1" smtClean="0">
                                  <a:solidFill>
                                    <a:srgbClr val="5F6060"/>
                                  </a:solidFill>
                                  <a:latin typeface="Cambria Math" panose="02040503050406030204" pitchFamily="18" charset="0"/>
                                </a:rPr>
                                <m:t>2</m:t>
                              </m:r>
                            </m:sub>
                          </m:sSub>
                          <m:r>
                            <a:rPr lang="en-US" sz="1600" b="0" i="1" smtClean="0">
                              <a:solidFill>
                                <a:srgbClr val="5F6060"/>
                              </a:solidFill>
                              <a:latin typeface="Cambria Math" panose="02040503050406030204" pitchFamily="18" charset="0"/>
                            </a:rPr>
                            <m:t>+2</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𝑘</m:t>
                              </m:r>
                            </m:e>
                            <m:sub>
                              <m:r>
                                <a:rPr lang="en-US" sz="1600" b="0" i="1" smtClean="0">
                                  <a:solidFill>
                                    <a:srgbClr val="5F6060"/>
                                  </a:solidFill>
                                  <a:latin typeface="Cambria Math" panose="02040503050406030204" pitchFamily="18" charset="0"/>
                                </a:rPr>
                                <m:t>3</m:t>
                              </m:r>
                            </m:sub>
                          </m:sSub>
                          <m:r>
                            <a:rPr lang="en-US" sz="1600" b="0" i="1" smtClean="0">
                              <a:solidFill>
                                <a:srgbClr val="5F6060"/>
                              </a:solidFill>
                              <a:latin typeface="Cambria Math" panose="02040503050406030204" pitchFamily="18" charset="0"/>
                            </a:rPr>
                            <m:t>+</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𝑘</m:t>
                              </m:r>
                            </m:e>
                            <m:sub>
                              <m:r>
                                <a:rPr lang="en-US" sz="1600" b="0" i="1" smtClean="0">
                                  <a:solidFill>
                                    <a:srgbClr val="5F6060"/>
                                  </a:solidFill>
                                  <a:latin typeface="Cambria Math" panose="02040503050406030204" pitchFamily="18" charset="0"/>
                                </a:rPr>
                                <m:t>4</m:t>
                              </m:r>
                            </m:sub>
                          </m:sSub>
                        </m:e>
                      </m:d>
                      <m:r>
                        <a:rPr lang="en-US" sz="1600" b="0" i="1" smtClean="0">
                          <a:solidFill>
                            <a:srgbClr val="5F6060"/>
                          </a:solidFill>
                          <a:latin typeface="Cambria Math" panose="02040503050406030204" pitchFamily="18" charset="0"/>
                        </a:rPr>
                        <m:t>=</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𝑦</m:t>
                          </m:r>
                        </m:e>
                        <m:sub>
                          <m:r>
                            <a:rPr lang="en-US" sz="1600" b="0" i="1" smtClean="0">
                              <a:solidFill>
                                <a:srgbClr val="5F6060"/>
                              </a:solidFill>
                              <a:latin typeface="Cambria Math" panose="02040503050406030204" pitchFamily="18" charset="0"/>
                            </a:rPr>
                            <m:t>𝑖</m:t>
                          </m:r>
                        </m:sub>
                      </m:sSub>
                      <m:r>
                        <a:rPr lang="en-US" sz="1600" b="0" i="1" smtClean="0">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h</m:t>
                      </m:r>
                      <m:d>
                        <m:dPr>
                          <m:ctrlPr>
                            <a:rPr lang="en-US" sz="1600" b="0" i="1" smtClean="0">
                              <a:solidFill>
                                <a:srgbClr val="5F6060"/>
                              </a:solidFill>
                              <a:latin typeface="Cambria Math" panose="02040503050406030204" pitchFamily="18" charset="0"/>
                            </a:rPr>
                          </m:ctrlPr>
                        </m:dPr>
                        <m:e>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𝑉</m:t>
                              </m:r>
                            </m:e>
                            <m:sub>
                              <m:r>
                                <a:rPr lang="en-US" sz="1600" b="0" i="1" smtClean="0">
                                  <a:solidFill>
                                    <a:srgbClr val="5F6060"/>
                                  </a:solidFill>
                                  <a:latin typeface="Cambria Math" panose="02040503050406030204" pitchFamily="18" charset="0"/>
                                </a:rPr>
                                <m:t>0</m:t>
                              </m:r>
                              <m:r>
                                <a:rPr lang="en-US" sz="1600" b="0" i="1" smtClean="0">
                                  <a:solidFill>
                                    <a:srgbClr val="5F6060"/>
                                  </a:solidFill>
                                  <a:latin typeface="Cambria Math" panose="02040503050406030204" pitchFamily="18" charset="0"/>
                                </a:rPr>
                                <m:t>𝑦</m:t>
                              </m:r>
                            </m:sub>
                          </m:sSub>
                          <m:r>
                            <a:rPr lang="en-US" sz="1600" b="0" i="1" smtClean="0">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𝑔</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𝑡</m:t>
                              </m:r>
                            </m:e>
                            <m:sub>
                              <m:r>
                                <a:rPr lang="en-US" sz="1600" b="0" i="1" smtClean="0">
                                  <a:solidFill>
                                    <a:srgbClr val="5F6060"/>
                                  </a:solidFill>
                                  <a:latin typeface="Cambria Math" panose="02040503050406030204" pitchFamily="18" charset="0"/>
                                </a:rPr>
                                <m:t>𝑖</m:t>
                              </m:r>
                            </m:sub>
                          </m:sSub>
                        </m:e>
                      </m:d>
                      <m:r>
                        <a:rPr lang="en-US" sz="1600" b="0" i="1" smtClean="0">
                          <a:solidFill>
                            <a:srgbClr val="5F6060"/>
                          </a:solidFill>
                          <a:latin typeface="Cambria Math" panose="02040503050406030204" pitchFamily="18" charset="0"/>
                        </a:rPr>
                        <m:t>−</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1</m:t>
                          </m:r>
                        </m:num>
                        <m:den>
                          <m:r>
                            <a:rPr lang="en-US" sz="1600" b="0" i="1" smtClean="0">
                              <a:solidFill>
                                <a:srgbClr val="5F6060"/>
                              </a:solidFill>
                              <a:latin typeface="Cambria Math" panose="02040503050406030204" pitchFamily="18" charset="0"/>
                            </a:rPr>
                            <m:t>2</m:t>
                          </m:r>
                        </m:den>
                      </m:f>
                      <m:r>
                        <a:rPr lang="en-US" sz="1600" b="0" i="1" smtClean="0">
                          <a:solidFill>
                            <a:srgbClr val="5F6060"/>
                          </a:solidFill>
                          <a:latin typeface="Cambria Math" panose="02040503050406030204" pitchFamily="18" charset="0"/>
                        </a:rPr>
                        <m:t>𝑔</m:t>
                      </m:r>
                      <m:sSup>
                        <m:sSupPr>
                          <m:ctrlPr>
                            <a:rPr lang="en-US" sz="1600" b="0" i="1" smtClean="0">
                              <a:solidFill>
                                <a:srgbClr val="5F6060"/>
                              </a:solidFill>
                              <a:latin typeface="Cambria Math" panose="02040503050406030204" pitchFamily="18" charset="0"/>
                            </a:rPr>
                          </m:ctrlPr>
                        </m:sSupPr>
                        <m:e>
                          <m:r>
                            <a:rPr lang="en-US" sz="1600" b="0" i="1" smtClean="0">
                              <a:solidFill>
                                <a:srgbClr val="5F6060"/>
                              </a:solidFill>
                              <a:latin typeface="Cambria Math" panose="02040503050406030204" pitchFamily="18" charset="0"/>
                            </a:rPr>
                            <m:t>h</m:t>
                          </m:r>
                        </m:e>
                        <m:sup>
                          <m:r>
                            <a:rPr lang="en-US" sz="1600" b="0" i="1" smtClean="0">
                              <a:solidFill>
                                <a:srgbClr val="5F6060"/>
                              </a:solidFill>
                              <a:latin typeface="Cambria Math" panose="02040503050406030204" pitchFamily="18" charset="0"/>
                            </a:rPr>
                            <m:t>2</m:t>
                          </m:r>
                        </m:sup>
                      </m:sSup>
                    </m:oMath>
                  </m:oMathPara>
                </a14:m>
                <a:endParaRPr lang="en-US" sz="1600" dirty="0">
                  <a:solidFill>
                    <a:srgbClr val="5F6060"/>
                  </a:solidFill>
                </a:endParaRPr>
              </a:p>
              <a:p>
                <a:r>
                  <a:rPr lang="en-US" sz="1600" dirty="0">
                    <a:solidFill>
                      <a:srgbClr val="5F6060"/>
                    </a:solidFill>
                  </a:rPr>
                  <a:t>What is </a:t>
                </a:r>
                <a14:m>
                  <m:oMath xmlns:m="http://schemas.openxmlformats.org/officeDocument/2006/math">
                    <m:r>
                      <a:rPr lang="en-US" sz="1600" b="0" i="1" smtClean="0">
                        <a:solidFill>
                          <a:srgbClr val="5F6060"/>
                        </a:solidFill>
                        <a:latin typeface="Cambria Math" panose="02040503050406030204" pitchFamily="18" charset="0"/>
                      </a:rPr>
                      <m:t>𝑖</m:t>
                    </m:r>
                  </m:oMath>
                </a14:m>
                <a:r>
                  <a:rPr lang="en-US" sz="1600" dirty="0">
                    <a:solidFill>
                      <a:srgbClr val="5F6060"/>
                    </a:solidFill>
                  </a:rPr>
                  <a:t> and how does it relate to </a:t>
                </a:r>
                <a14:m>
                  <m:oMath xmlns:m="http://schemas.openxmlformats.org/officeDocument/2006/math">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𝑡</m:t>
                        </m:r>
                      </m:e>
                      <m:sub>
                        <m:r>
                          <a:rPr lang="en-US" sz="1600" b="0" i="1" smtClean="0">
                            <a:solidFill>
                              <a:srgbClr val="5F6060"/>
                            </a:solidFill>
                            <a:latin typeface="Cambria Math" panose="02040503050406030204" pitchFamily="18" charset="0"/>
                          </a:rPr>
                          <m:t>𝑖</m:t>
                        </m:r>
                      </m:sub>
                    </m:sSub>
                  </m:oMath>
                </a14:m>
                <a:r>
                  <a:rPr lang="en-US" sz="1600" dirty="0">
                    <a:solidFill>
                      <a:srgbClr val="5F6060"/>
                    </a:solidFill>
                  </a:rPr>
                  <a:t>?</a:t>
                </a:r>
              </a:p>
            </p:txBody>
          </p:sp>
        </mc:Choice>
        <mc:Fallback xmlns="">
          <p:sp>
            <p:nvSpPr>
              <p:cNvPr id="3" name="Content Placeholder 2">
                <a:extLst>
                  <a:ext uri="{FF2B5EF4-FFF2-40B4-BE49-F238E27FC236}">
                    <a16:creationId xmlns:a16="http://schemas.microsoft.com/office/drawing/2014/main" id="{61EABC0C-737B-BC94-5B0A-C1A5B06E4C92}"/>
                  </a:ext>
                </a:extLst>
              </p:cNvPr>
              <p:cNvSpPr>
                <a:spLocks noGrp="1" noRot="1" noChangeAspect="1" noMove="1" noResize="1" noEditPoints="1" noAdjustHandles="1" noChangeArrowheads="1" noChangeShapeType="1" noTextEdit="1"/>
              </p:cNvSpPr>
              <p:nvPr>
                <p:ph idx="1"/>
              </p:nvPr>
            </p:nvSpPr>
            <p:spPr>
              <a:xfrm>
                <a:off x="457200" y="2130552"/>
                <a:ext cx="8229600" cy="4059936"/>
              </a:xfrm>
              <a:blipFill>
                <a:blip r:embed="rId2"/>
                <a:stretch>
                  <a:fillRect l="-370"/>
                </a:stretch>
              </a:blipFill>
            </p:spPr>
            <p:txBody>
              <a:bodyPr/>
              <a:lstStyle/>
              <a:p>
                <a:r>
                  <a:rPr lang="en-US">
                    <a:noFill/>
                  </a:rPr>
                  <a:t> </a:t>
                </a:r>
              </a:p>
            </p:txBody>
          </p:sp>
        </mc:Fallback>
      </mc:AlternateContent>
    </p:spTree>
    <p:extLst>
      <p:ext uri="{BB962C8B-B14F-4D97-AF65-F5344CB8AC3E}">
        <p14:creationId xmlns:p14="http://schemas.microsoft.com/office/powerpoint/2010/main" val="3991727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372C0-7C87-4F6B-546A-DF78B4A1D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2869A-5791-893B-FF6F-57F206571965}"/>
              </a:ext>
            </a:extLst>
          </p:cNvPr>
          <p:cNvSpPr>
            <a:spLocks noGrp="1"/>
          </p:cNvSpPr>
          <p:nvPr>
            <p:ph type="title"/>
          </p:nvPr>
        </p:nvSpPr>
        <p:spPr>
          <a:xfrm>
            <a:off x="457200" y="1685617"/>
            <a:ext cx="3044951" cy="444935"/>
          </a:xfrm>
        </p:spPr>
        <p:txBody>
          <a:bodyPr/>
          <a:lstStyle/>
          <a:p>
            <a:r>
              <a:rPr lang="en-US" dirty="0"/>
              <a:t>Problem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12F4C2-42D2-79BE-285A-B8D001D43798}"/>
                  </a:ext>
                </a:extLst>
              </p:cNvPr>
              <p:cNvSpPr>
                <a:spLocks noGrp="1"/>
              </p:cNvSpPr>
              <p:nvPr>
                <p:ph idx="1"/>
              </p:nvPr>
            </p:nvSpPr>
            <p:spPr>
              <a:xfrm>
                <a:off x="457200" y="2130552"/>
                <a:ext cx="8229600" cy="4059936"/>
              </a:xfrm>
            </p:spPr>
            <p:txBody>
              <a:bodyPr>
                <a:normAutofit fontScale="92500" lnSpcReduction="10000"/>
              </a:bodyPr>
              <a:lstStyle/>
              <a:p>
                <a:r>
                  <a:rPr lang="en-US" sz="1600" dirty="0">
                    <a:solidFill>
                      <a:srgbClr val="5F6060"/>
                    </a:solidFill>
                  </a:rPr>
                  <a:t>What is </a:t>
                </a:r>
                <a14:m>
                  <m:oMath xmlns:m="http://schemas.openxmlformats.org/officeDocument/2006/math">
                    <m:r>
                      <a:rPr lang="en-US" sz="1600" i="1">
                        <a:solidFill>
                          <a:srgbClr val="5F6060"/>
                        </a:solidFill>
                        <a:latin typeface="Cambria Math" panose="02040503050406030204" pitchFamily="18" charset="0"/>
                      </a:rPr>
                      <m:t>𝑖</m:t>
                    </m:r>
                  </m:oMath>
                </a14:m>
                <a:r>
                  <a:rPr lang="en-US" sz="1600" dirty="0">
                    <a:solidFill>
                      <a:srgbClr val="5F6060"/>
                    </a:solidFill>
                  </a:rPr>
                  <a:t> and how does it relate to </a:t>
                </a:r>
                <a14:m>
                  <m:oMath xmlns:m="http://schemas.openxmlformats.org/officeDocument/2006/math">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𝑡</m:t>
                        </m:r>
                      </m:e>
                      <m:sub>
                        <m:r>
                          <a:rPr lang="en-US" sz="1600" i="1">
                            <a:solidFill>
                              <a:srgbClr val="5F6060"/>
                            </a:solidFill>
                            <a:latin typeface="Cambria Math" panose="02040503050406030204" pitchFamily="18" charset="0"/>
                          </a:rPr>
                          <m:t>𝑖</m:t>
                        </m:r>
                      </m:sub>
                    </m:sSub>
                  </m:oMath>
                </a14:m>
                <a:r>
                  <a:rPr lang="en-US" sz="1600" dirty="0">
                    <a:solidFill>
                      <a:srgbClr val="5F6060"/>
                    </a:solidFill>
                  </a:rPr>
                  <a:t>? If </a:t>
                </a:r>
                <a14:m>
                  <m:oMath xmlns:m="http://schemas.openxmlformats.org/officeDocument/2006/math">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𝑉</m:t>
                        </m:r>
                      </m:e>
                      <m:sub>
                        <m:r>
                          <a:rPr lang="en-US" sz="1600" b="0" i="1" smtClean="0">
                            <a:solidFill>
                              <a:srgbClr val="5F6060"/>
                            </a:solidFill>
                            <a:latin typeface="Cambria Math" panose="02040503050406030204" pitchFamily="18" charset="0"/>
                          </a:rPr>
                          <m:t>0</m:t>
                        </m:r>
                        <m:r>
                          <a:rPr lang="en-US" sz="1600" b="0" i="1" smtClean="0">
                            <a:solidFill>
                              <a:srgbClr val="5F6060"/>
                            </a:solidFill>
                            <a:latin typeface="Cambria Math" panose="02040503050406030204" pitchFamily="18" charset="0"/>
                          </a:rPr>
                          <m:t>𝑦</m:t>
                        </m:r>
                      </m:sub>
                    </m:sSub>
                    <m:r>
                      <a:rPr lang="en-US" sz="1600" b="0" i="1" smtClean="0">
                        <a:solidFill>
                          <a:srgbClr val="5F6060"/>
                        </a:solidFill>
                        <a:latin typeface="Cambria Math" panose="02040503050406030204" pitchFamily="18" charset="0"/>
                      </a:rPr>
                      <m:t>=49</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𝑚</m:t>
                        </m:r>
                      </m:num>
                      <m:den>
                        <m:r>
                          <a:rPr lang="en-US" sz="1600" b="0" i="1" smtClean="0">
                            <a:solidFill>
                              <a:srgbClr val="5F6060"/>
                            </a:solidFill>
                            <a:latin typeface="Cambria Math" panose="02040503050406030204" pitchFamily="18" charset="0"/>
                          </a:rPr>
                          <m:t>𝑠</m:t>
                        </m:r>
                      </m:den>
                    </m:f>
                  </m:oMath>
                </a14:m>
                <a:r>
                  <a:rPr lang="en-US" sz="1600" dirty="0">
                    <a:solidFill>
                      <a:srgbClr val="5F6060"/>
                    </a:solidFill>
                  </a:rPr>
                  <a:t>, then </a:t>
                </a:r>
                <a14:m>
                  <m:oMath xmlns:m="http://schemas.openxmlformats.org/officeDocument/2006/math">
                    <m:r>
                      <a:rPr lang="en-US" sz="1600" i="1">
                        <a:solidFill>
                          <a:srgbClr val="5F6060"/>
                        </a:solidFill>
                        <a:latin typeface="Cambria Math" panose="02040503050406030204" pitchFamily="18" charset="0"/>
                      </a:rPr>
                      <m:t>𝑅𝑎𝑛𝑔𝑒</m:t>
                    </m:r>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𝑇</m:t>
                    </m:r>
                    <m:r>
                      <a:rPr lang="en-US" sz="1600" i="1">
                        <a:solidFill>
                          <a:srgbClr val="5F6060"/>
                        </a:solidFill>
                        <a:latin typeface="Cambria Math" panose="02040503050406030204" pitchFamily="18" charset="0"/>
                      </a:rPr>
                      <m:t>=</m:t>
                    </m:r>
                    <m:f>
                      <m:fPr>
                        <m:ctrlPr>
                          <a:rPr lang="en-US" sz="1600" i="1">
                            <a:solidFill>
                              <a:srgbClr val="5F6060"/>
                            </a:solidFill>
                            <a:latin typeface="Cambria Math" panose="02040503050406030204" pitchFamily="18" charset="0"/>
                          </a:rPr>
                        </m:ctrlPr>
                      </m:fPr>
                      <m:num>
                        <m:r>
                          <a:rPr lang="en-US" sz="1600" i="1">
                            <a:solidFill>
                              <a:srgbClr val="5F6060"/>
                            </a:solidFill>
                            <a:latin typeface="Cambria Math" panose="02040503050406030204" pitchFamily="18" charset="0"/>
                          </a:rPr>
                          <m:t>2</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𝑉</m:t>
                            </m:r>
                          </m:e>
                          <m:sub>
                            <m:r>
                              <a:rPr lang="en-US" sz="1600" i="1">
                                <a:solidFill>
                                  <a:srgbClr val="5F6060"/>
                                </a:solidFill>
                                <a:latin typeface="Cambria Math" panose="02040503050406030204" pitchFamily="18" charset="0"/>
                              </a:rPr>
                              <m:t>0</m:t>
                            </m:r>
                            <m:r>
                              <a:rPr lang="en-US" sz="1600" i="1">
                                <a:solidFill>
                                  <a:srgbClr val="5F6060"/>
                                </a:solidFill>
                                <a:latin typeface="Cambria Math" panose="02040503050406030204" pitchFamily="18" charset="0"/>
                              </a:rPr>
                              <m:t>𝑦</m:t>
                            </m:r>
                          </m:sub>
                        </m:sSub>
                      </m:num>
                      <m:den>
                        <m:r>
                          <a:rPr lang="en-US" sz="1600" i="1">
                            <a:solidFill>
                              <a:srgbClr val="5F6060"/>
                            </a:solidFill>
                            <a:latin typeface="Cambria Math" panose="02040503050406030204" pitchFamily="18" charset="0"/>
                          </a:rPr>
                          <m:t>𝑔</m:t>
                        </m:r>
                      </m:den>
                    </m:f>
                    <m:r>
                      <a:rPr lang="en-US" sz="1600" i="1">
                        <a:solidFill>
                          <a:srgbClr val="5F6060"/>
                        </a:solidFill>
                        <a:latin typeface="Cambria Math" panose="02040503050406030204" pitchFamily="18" charset="0"/>
                      </a:rPr>
                      <m:t>=10</m:t>
                    </m:r>
                    <m:r>
                      <a:rPr lang="en-US" sz="1600" i="1">
                        <a:solidFill>
                          <a:srgbClr val="5F6060"/>
                        </a:solidFill>
                        <a:latin typeface="Cambria Math" panose="02040503050406030204" pitchFamily="18" charset="0"/>
                      </a:rPr>
                      <m:t>𝑠</m:t>
                    </m:r>
                  </m:oMath>
                </a14:m>
                <a:r>
                  <a:rPr lang="en-US" sz="1600" dirty="0">
                    <a:solidFill>
                      <a:srgbClr val="5F6060"/>
                    </a:solidFill>
                  </a:rPr>
                  <a:t> and </a:t>
                </a:r>
                <a14:m>
                  <m:oMath xmlns:m="http://schemas.openxmlformats.org/officeDocument/2006/math">
                    <m:r>
                      <a:rPr lang="en-US" sz="1600" b="0" i="1" smtClean="0">
                        <a:solidFill>
                          <a:srgbClr val="5F6060"/>
                        </a:solidFill>
                        <a:latin typeface="Cambria Math" panose="02040503050406030204" pitchFamily="18" charset="0"/>
                      </a:rPr>
                      <m:t>𝑖</m:t>
                    </m:r>
                    <m:r>
                      <a:rPr lang="en-US" sz="1600" b="0" i="1" smtClean="0">
                        <a:solidFill>
                          <a:srgbClr val="5F6060"/>
                        </a:solidFill>
                        <a:latin typeface="Cambria Math" panose="02040503050406030204" pitchFamily="18" charset="0"/>
                      </a:rPr>
                      <m:t>∈[0,</m:t>
                    </m:r>
                    <m:r>
                      <a:rPr lang="en-US" sz="1600" b="0" i="1" smtClean="0">
                        <a:solidFill>
                          <a:srgbClr val="5F6060"/>
                        </a:solidFill>
                        <a:latin typeface="Cambria Math" panose="02040503050406030204" pitchFamily="18" charset="0"/>
                      </a:rPr>
                      <m:t>𝑁</m:t>
                    </m:r>
                    <m:r>
                      <a:rPr lang="en-US" sz="1600" b="0" i="1" smtClean="0">
                        <a:solidFill>
                          <a:srgbClr val="5F6060"/>
                        </a:solidFill>
                        <a:latin typeface="Cambria Math" panose="02040503050406030204" pitchFamily="18" charset="0"/>
                      </a:rPr>
                      <m:t>]</m:t>
                    </m:r>
                  </m:oMath>
                </a14:m>
                <a:r>
                  <a:rPr lang="en-US" sz="1600" dirty="0">
                    <a:solidFill>
                      <a:srgbClr val="5F6060"/>
                    </a:solidFill>
                  </a:rPr>
                  <a:t> where </a:t>
                </a:r>
                <a14:m>
                  <m:oMath xmlns:m="http://schemas.openxmlformats.org/officeDocument/2006/math">
                    <m:r>
                      <a:rPr lang="en-US" sz="1600" b="0" i="1" smtClean="0">
                        <a:solidFill>
                          <a:srgbClr val="5F6060"/>
                        </a:solidFill>
                        <a:latin typeface="Cambria Math" panose="02040503050406030204" pitchFamily="18" charset="0"/>
                      </a:rPr>
                      <m:t>𝑁</m:t>
                    </m:r>
                    <m:r>
                      <a:rPr lang="en-US" sz="1600" b="0" i="1" smtClean="0">
                        <a:solidFill>
                          <a:srgbClr val="5F6060"/>
                        </a:solidFill>
                        <a:latin typeface="Cambria Math" panose="02040503050406030204" pitchFamily="18" charset="0"/>
                      </a:rPr>
                      <m:t>=</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𝑇</m:t>
                        </m:r>
                      </m:num>
                      <m:den>
                        <m:r>
                          <a:rPr lang="en-US" sz="1600" b="0" i="1" smtClean="0">
                            <a:solidFill>
                              <a:srgbClr val="5F6060"/>
                            </a:solidFill>
                            <a:latin typeface="Cambria Math" panose="02040503050406030204" pitchFamily="18" charset="0"/>
                          </a:rPr>
                          <m:t>h</m:t>
                        </m:r>
                      </m:den>
                    </m:f>
                    <m:r>
                      <a:rPr lang="en-US" sz="1600" b="0" i="1" smtClean="0">
                        <a:solidFill>
                          <a:srgbClr val="5F6060"/>
                        </a:solidFill>
                        <a:latin typeface="Cambria Math" panose="02040503050406030204" pitchFamily="18" charset="0"/>
                      </a:rPr>
                      <m:t>, </m:t>
                    </m:r>
                    <m:r>
                      <a:rPr lang="en-US" sz="1600" b="0" i="1" smtClean="0">
                        <a:solidFill>
                          <a:srgbClr val="5F6060"/>
                        </a:solidFill>
                        <a:latin typeface="Cambria Math" panose="02040503050406030204" pitchFamily="18" charset="0"/>
                      </a:rPr>
                      <m:t>𝑁</m:t>
                    </m:r>
                    <m:r>
                      <a:rPr lang="en-US" sz="1600" b="0" i="1" smtClean="0">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ea typeface="Cambria Math" panose="02040503050406030204" pitchFamily="18" charset="0"/>
                      </a:rPr>
                      <m:t>ℕ</m:t>
                    </m:r>
                  </m:oMath>
                </a14:m>
                <a:r>
                  <a:rPr lang="en-US" sz="1600" dirty="0">
                    <a:solidFill>
                      <a:srgbClr val="5F6060"/>
                    </a:solidFill>
                  </a:rPr>
                  <a:t>. If we choose </a:t>
                </a:r>
                <a14:m>
                  <m:oMath xmlns:m="http://schemas.openxmlformats.org/officeDocument/2006/math">
                    <m:r>
                      <a:rPr lang="en-US" sz="1600" b="0" i="1" smtClean="0">
                        <a:solidFill>
                          <a:srgbClr val="5F6060"/>
                        </a:solidFill>
                        <a:latin typeface="Cambria Math" panose="02040503050406030204" pitchFamily="18" charset="0"/>
                      </a:rPr>
                      <m:t>h</m:t>
                    </m:r>
                    <m:r>
                      <a:rPr lang="en-US" sz="1600" b="0" i="1" smtClean="0">
                        <a:solidFill>
                          <a:srgbClr val="5F6060"/>
                        </a:solidFill>
                        <a:latin typeface="Cambria Math" panose="02040503050406030204" pitchFamily="18" charset="0"/>
                      </a:rPr>
                      <m:t>=0.5</m:t>
                    </m:r>
                  </m:oMath>
                </a14:m>
                <a:r>
                  <a:rPr lang="en-US" sz="1600" dirty="0">
                    <a:solidFill>
                      <a:srgbClr val="5F6060"/>
                    </a:solidFill>
                  </a:rPr>
                  <a:t> then </a:t>
                </a:r>
                <a14:m>
                  <m:oMath xmlns:m="http://schemas.openxmlformats.org/officeDocument/2006/math">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𝑡</m:t>
                        </m:r>
                      </m:e>
                      <m:sub>
                        <m:r>
                          <a:rPr lang="en-US" sz="1600" b="0" i="1" smtClean="0">
                            <a:solidFill>
                              <a:srgbClr val="5F6060"/>
                            </a:solidFill>
                            <a:latin typeface="Cambria Math" panose="02040503050406030204" pitchFamily="18" charset="0"/>
                          </a:rPr>
                          <m:t>𝑖</m:t>
                        </m:r>
                      </m:sub>
                    </m:sSub>
                    <m:r>
                      <a:rPr lang="en-US" sz="1600" b="0" i="1" smtClean="0">
                        <a:solidFill>
                          <a:srgbClr val="5F6060"/>
                        </a:solidFill>
                        <a:latin typeface="Cambria Math" panose="02040503050406030204" pitchFamily="18" charset="0"/>
                      </a:rPr>
                      <m:t>=</m:t>
                    </m:r>
                    <m:d>
                      <m:dPr>
                        <m:begChr m:val="{"/>
                        <m:endChr m:val="}"/>
                        <m:ctrlPr>
                          <a:rPr lang="en-US" sz="1600" b="0" i="1" smtClean="0">
                            <a:solidFill>
                              <a:srgbClr val="5F6060"/>
                            </a:solidFill>
                            <a:latin typeface="Cambria Math" panose="02040503050406030204" pitchFamily="18" charset="0"/>
                          </a:rPr>
                        </m:ctrlPr>
                      </m:dPr>
                      <m:e>
                        <m:r>
                          <a:rPr lang="en-US" sz="1600" b="0" i="1" smtClean="0">
                            <a:solidFill>
                              <a:srgbClr val="5F6060"/>
                            </a:solidFill>
                            <a:latin typeface="Cambria Math" panose="02040503050406030204" pitchFamily="18" charset="0"/>
                          </a:rPr>
                          <m:t>0, 0.5,1.0,1.5,…,9.5</m:t>
                        </m:r>
                      </m:e>
                    </m:d>
                    <m:r>
                      <a:rPr lang="en-US" sz="1600" b="0" i="1" smtClean="0">
                        <a:solidFill>
                          <a:srgbClr val="5F6060"/>
                        </a:solidFill>
                        <a:latin typeface="Cambria Math" panose="02040503050406030204" pitchFamily="18" charset="0"/>
                      </a:rPr>
                      <m:t>, </m:t>
                    </m:r>
                    <m:r>
                      <a:rPr lang="en-US" sz="1600" b="0" i="1" smtClean="0">
                        <a:solidFill>
                          <a:srgbClr val="5F6060"/>
                        </a:solidFill>
                        <a:latin typeface="Cambria Math" panose="02040503050406030204" pitchFamily="18" charset="0"/>
                      </a:rPr>
                      <m:t>𝑓𝑜𝑟</m:t>
                    </m:r>
                    <m:r>
                      <a:rPr lang="en-US" sz="1600" b="0" i="1" smtClean="0">
                        <a:solidFill>
                          <a:srgbClr val="5F6060"/>
                        </a:solidFill>
                        <a:latin typeface="Cambria Math" panose="02040503050406030204" pitchFamily="18" charset="0"/>
                      </a:rPr>
                      <m:t> </m:t>
                    </m:r>
                    <m:r>
                      <a:rPr lang="en-US" sz="1600" b="0" i="1" smtClean="0">
                        <a:solidFill>
                          <a:srgbClr val="5F6060"/>
                        </a:solidFill>
                        <a:latin typeface="Cambria Math" panose="02040503050406030204" pitchFamily="18" charset="0"/>
                      </a:rPr>
                      <m:t>𝑖</m:t>
                    </m:r>
                    <m:r>
                      <a:rPr lang="en-US" sz="1600" b="0" i="1" smtClean="0">
                        <a:solidFill>
                          <a:srgbClr val="5F6060"/>
                        </a:solidFill>
                        <a:latin typeface="Cambria Math" panose="02040503050406030204" pitchFamily="18" charset="0"/>
                      </a:rPr>
                      <m:t>∈[0,</m:t>
                    </m:r>
                    <m:r>
                      <a:rPr lang="en-US" sz="1600" b="0" i="1" smtClean="0">
                        <a:solidFill>
                          <a:srgbClr val="5F6060"/>
                        </a:solidFill>
                        <a:latin typeface="Cambria Math" panose="02040503050406030204" pitchFamily="18" charset="0"/>
                      </a:rPr>
                      <m:t>𝑁</m:t>
                    </m:r>
                    <m:r>
                      <a:rPr lang="en-US" sz="1600" b="0" i="1" smtClean="0">
                        <a:solidFill>
                          <a:srgbClr val="5F6060"/>
                        </a:solidFill>
                        <a:latin typeface="Cambria Math" panose="02040503050406030204" pitchFamily="18" charset="0"/>
                      </a:rPr>
                      <m:t>]</m:t>
                    </m:r>
                  </m:oMath>
                </a14:m>
                <a:endParaRPr lang="en-US" sz="1600" dirty="0">
                  <a:solidFill>
                    <a:srgbClr val="5F6060"/>
                  </a:solidFill>
                </a:endParaRPr>
              </a:p>
              <a:p>
                <a:r>
                  <a:rPr lang="en-US" sz="1600" dirty="0">
                    <a:solidFill>
                      <a:srgbClr val="5F6060"/>
                    </a:solidFill>
                  </a:rPr>
                  <a:t>Therefore, if we wanted to know the y-coordinate at time </a:t>
                </a:r>
                <a14:m>
                  <m:oMath xmlns:m="http://schemas.openxmlformats.org/officeDocument/2006/math">
                    <m:r>
                      <a:rPr lang="en-US" sz="1600" b="0" i="1" smtClean="0">
                        <a:solidFill>
                          <a:srgbClr val="5F6060"/>
                        </a:solidFill>
                        <a:latin typeface="Cambria Math" panose="02040503050406030204" pitchFamily="18" charset="0"/>
                      </a:rPr>
                      <m:t>𝑡</m:t>
                    </m:r>
                    <m:r>
                      <a:rPr lang="en-US" sz="1600" b="0" i="1" smtClean="0">
                        <a:solidFill>
                          <a:srgbClr val="5F6060"/>
                        </a:solidFill>
                        <a:latin typeface="Cambria Math" panose="02040503050406030204" pitchFamily="18" charset="0"/>
                      </a:rPr>
                      <m:t>=2</m:t>
                    </m:r>
                  </m:oMath>
                </a14:m>
                <a:r>
                  <a:rPr lang="en-US" sz="1600" dirty="0">
                    <a:solidFill>
                      <a:srgbClr val="5F6060"/>
                    </a:solidFill>
                  </a:rPr>
                  <a:t> for </a:t>
                </a:r>
                <a14:m>
                  <m:oMath xmlns:m="http://schemas.openxmlformats.org/officeDocument/2006/math">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𝑉</m:t>
                        </m:r>
                      </m:e>
                      <m:sub>
                        <m:r>
                          <a:rPr lang="en-US" sz="1600" b="0" i="1" smtClean="0">
                            <a:solidFill>
                              <a:srgbClr val="5F6060"/>
                            </a:solidFill>
                            <a:latin typeface="Cambria Math" panose="02040503050406030204" pitchFamily="18" charset="0"/>
                          </a:rPr>
                          <m:t>𝑜𝑦</m:t>
                        </m:r>
                      </m:sub>
                    </m:sSub>
                    <m:r>
                      <a:rPr lang="en-US" sz="1600" b="0" i="1" smtClean="0">
                        <a:solidFill>
                          <a:srgbClr val="5F6060"/>
                        </a:solidFill>
                        <a:latin typeface="Cambria Math" panose="02040503050406030204" pitchFamily="18" charset="0"/>
                      </a:rPr>
                      <m:t>=49</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𝑚</m:t>
                        </m:r>
                      </m:num>
                      <m:den>
                        <m:r>
                          <a:rPr lang="en-US" sz="1600" b="0" i="1" smtClean="0">
                            <a:solidFill>
                              <a:srgbClr val="5F6060"/>
                            </a:solidFill>
                            <a:latin typeface="Cambria Math" panose="02040503050406030204" pitchFamily="18" charset="0"/>
                          </a:rPr>
                          <m:t>𝑠</m:t>
                        </m:r>
                      </m:den>
                    </m:f>
                  </m:oMath>
                </a14:m>
                <a:r>
                  <a:rPr lang="en-US" sz="1600" dirty="0">
                    <a:solidFill>
                      <a:srgbClr val="5F6060"/>
                    </a:solidFill>
                  </a:rPr>
                  <a:t>, we use the closed-form solution:</a:t>
                </a:r>
              </a:p>
              <a:p>
                <a:pPr/>
                <a14:m>
                  <m:oMathPara xmlns:m="http://schemas.openxmlformats.org/officeDocument/2006/math">
                    <m:oMathParaPr>
                      <m:jc m:val="centerGroup"/>
                    </m:oMathParaPr>
                    <m:oMath xmlns:m="http://schemas.openxmlformats.org/officeDocument/2006/math">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𝑦</m:t>
                          </m:r>
                        </m:e>
                        <m:sub>
                          <m:r>
                            <a:rPr lang="en-US" sz="1600" b="0" i="1" smtClean="0">
                              <a:solidFill>
                                <a:srgbClr val="5F6060"/>
                              </a:solidFill>
                              <a:latin typeface="Cambria Math" panose="02040503050406030204" pitchFamily="18" charset="0"/>
                            </a:rPr>
                            <m:t>𝑓</m:t>
                          </m:r>
                        </m:sub>
                      </m:sSub>
                      <m:r>
                        <a:rPr lang="en-US" sz="1600" b="0" i="1" smtClean="0">
                          <a:solidFill>
                            <a:srgbClr val="5F6060"/>
                          </a:solidFill>
                          <a:latin typeface="Cambria Math" panose="02040503050406030204" pitchFamily="18" charset="0"/>
                        </a:rPr>
                        <m:t>=</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𝑦</m:t>
                          </m:r>
                        </m:e>
                        <m:sub>
                          <m:r>
                            <a:rPr lang="en-US" sz="1600" b="0" i="1" smtClean="0">
                              <a:solidFill>
                                <a:srgbClr val="5F6060"/>
                              </a:solidFill>
                              <a:latin typeface="Cambria Math" panose="02040503050406030204" pitchFamily="18" charset="0"/>
                            </a:rPr>
                            <m:t>𝑖</m:t>
                          </m:r>
                        </m:sub>
                      </m:sSub>
                      <m:r>
                        <a:rPr lang="en-US" sz="1600" b="0" i="1" smtClean="0">
                          <a:solidFill>
                            <a:srgbClr val="5F6060"/>
                          </a:solidFill>
                          <a:latin typeface="Cambria Math" panose="02040503050406030204" pitchFamily="18" charset="0"/>
                        </a:rPr>
                        <m:t>+</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𝑉</m:t>
                          </m:r>
                        </m:e>
                        <m:sub>
                          <m:r>
                            <a:rPr lang="en-US" sz="1600" b="0" i="1" smtClean="0">
                              <a:solidFill>
                                <a:srgbClr val="5F6060"/>
                              </a:solidFill>
                              <a:latin typeface="Cambria Math" panose="02040503050406030204" pitchFamily="18" charset="0"/>
                            </a:rPr>
                            <m:t>0</m:t>
                          </m:r>
                          <m:r>
                            <a:rPr lang="en-US" sz="1600" b="0" i="1" smtClean="0">
                              <a:solidFill>
                                <a:srgbClr val="5F6060"/>
                              </a:solidFill>
                              <a:latin typeface="Cambria Math" panose="02040503050406030204" pitchFamily="18" charset="0"/>
                            </a:rPr>
                            <m:t>𝑦</m:t>
                          </m:r>
                        </m:sub>
                      </m:sSub>
                      <m:r>
                        <a:rPr lang="en-US" sz="1600" b="0" i="1" smtClean="0">
                          <a:solidFill>
                            <a:srgbClr val="5F6060"/>
                          </a:solidFill>
                          <a:latin typeface="Cambria Math" panose="02040503050406030204" pitchFamily="18" charset="0"/>
                        </a:rPr>
                        <m:t>𝑡</m:t>
                      </m:r>
                      <m:r>
                        <a:rPr lang="en-US" sz="1600" b="0" i="1" smtClean="0">
                          <a:solidFill>
                            <a:srgbClr val="5F6060"/>
                          </a:solidFill>
                          <a:latin typeface="Cambria Math" panose="02040503050406030204" pitchFamily="18" charset="0"/>
                        </a:rPr>
                        <m:t>−</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1</m:t>
                          </m:r>
                        </m:num>
                        <m:den>
                          <m:r>
                            <a:rPr lang="en-US" sz="1600" b="0" i="1" smtClean="0">
                              <a:solidFill>
                                <a:srgbClr val="5F6060"/>
                              </a:solidFill>
                              <a:latin typeface="Cambria Math" panose="02040503050406030204" pitchFamily="18" charset="0"/>
                            </a:rPr>
                            <m:t>2</m:t>
                          </m:r>
                        </m:den>
                      </m:f>
                      <m:r>
                        <a:rPr lang="en-US" sz="1600" b="0" i="1" smtClean="0">
                          <a:solidFill>
                            <a:srgbClr val="5F6060"/>
                          </a:solidFill>
                          <a:latin typeface="Cambria Math" panose="02040503050406030204" pitchFamily="18" charset="0"/>
                        </a:rPr>
                        <m:t>𝑔</m:t>
                      </m:r>
                      <m:sSup>
                        <m:sSupPr>
                          <m:ctrlPr>
                            <a:rPr lang="en-US" sz="1600" b="0" i="1" smtClean="0">
                              <a:solidFill>
                                <a:srgbClr val="5F6060"/>
                              </a:solidFill>
                              <a:latin typeface="Cambria Math" panose="02040503050406030204" pitchFamily="18" charset="0"/>
                            </a:rPr>
                          </m:ctrlPr>
                        </m:sSupPr>
                        <m:e>
                          <m:r>
                            <a:rPr lang="en-US" sz="1600" b="0" i="1" smtClean="0">
                              <a:solidFill>
                                <a:srgbClr val="5F6060"/>
                              </a:solidFill>
                              <a:latin typeface="Cambria Math" panose="02040503050406030204" pitchFamily="18" charset="0"/>
                            </a:rPr>
                            <m:t>𝑡</m:t>
                          </m:r>
                        </m:e>
                        <m:sup>
                          <m:r>
                            <a:rPr lang="en-US" sz="1600" b="0" i="1" smtClean="0">
                              <a:solidFill>
                                <a:srgbClr val="5F6060"/>
                              </a:solidFill>
                              <a:latin typeface="Cambria Math" panose="02040503050406030204" pitchFamily="18" charset="0"/>
                            </a:rPr>
                            <m:t>2</m:t>
                          </m:r>
                        </m:sup>
                      </m:sSup>
                      <m:r>
                        <a:rPr lang="en-US" sz="1600" b="0" i="1" smtClean="0">
                          <a:solidFill>
                            <a:srgbClr val="5F6060"/>
                          </a:solidFill>
                          <a:latin typeface="Cambria Math" panose="02040503050406030204" pitchFamily="18" charset="0"/>
                        </a:rPr>
                        <m:t>=0+49</m:t>
                      </m:r>
                      <m:d>
                        <m:dPr>
                          <m:ctrlPr>
                            <a:rPr lang="en-US" sz="1600" b="0" i="1" smtClean="0">
                              <a:solidFill>
                                <a:srgbClr val="5F6060"/>
                              </a:solidFill>
                              <a:latin typeface="Cambria Math" panose="02040503050406030204" pitchFamily="18" charset="0"/>
                            </a:rPr>
                          </m:ctrlPr>
                        </m:dPr>
                        <m:e>
                          <m:r>
                            <a:rPr lang="en-US" sz="1600" b="0" i="1" smtClean="0">
                              <a:solidFill>
                                <a:srgbClr val="5F6060"/>
                              </a:solidFill>
                              <a:latin typeface="Cambria Math" panose="02040503050406030204" pitchFamily="18" charset="0"/>
                            </a:rPr>
                            <m:t>2</m:t>
                          </m:r>
                        </m:e>
                      </m:d>
                      <m:r>
                        <a:rPr lang="en-US" sz="1600" b="0" i="1" smtClean="0">
                          <a:solidFill>
                            <a:srgbClr val="5F6060"/>
                          </a:solidFill>
                          <a:latin typeface="Cambria Math" panose="02040503050406030204" pitchFamily="18" charset="0"/>
                        </a:rPr>
                        <m:t>−</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1</m:t>
                          </m:r>
                        </m:num>
                        <m:den>
                          <m:r>
                            <a:rPr lang="en-US" sz="1600" b="0" i="1" smtClean="0">
                              <a:solidFill>
                                <a:srgbClr val="5F6060"/>
                              </a:solidFill>
                              <a:latin typeface="Cambria Math" panose="02040503050406030204" pitchFamily="18" charset="0"/>
                            </a:rPr>
                            <m:t>2</m:t>
                          </m:r>
                        </m:den>
                      </m:f>
                      <m:d>
                        <m:dPr>
                          <m:ctrlPr>
                            <a:rPr lang="en-US" sz="1600" b="0" i="1" smtClean="0">
                              <a:solidFill>
                                <a:srgbClr val="5F6060"/>
                              </a:solidFill>
                              <a:latin typeface="Cambria Math" panose="02040503050406030204" pitchFamily="18" charset="0"/>
                            </a:rPr>
                          </m:ctrlPr>
                        </m:dPr>
                        <m:e>
                          <m:r>
                            <a:rPr lang="en-US" sz="1600" b="0" i="1" smtClean="0">
                              <a:solidFill>
                                <a:srgbClr val="5F6060"/>
                              </a:solidFill>
                              <a:latin typeface="Cambria Math" panose="02040503050406030204" pitchFamily="18" charset="0"/>
                            </a:rPr>
                            <m:t>9.8</m:t>
                          </m:r>
                        </m:e>
                      </m:d>
                      <m:d>
                        <m:dPr>
                          <m:ctrlPr>
                            <a:rPr lang="en-US" sz="1600" b="0" i="1" smtClean="0">
                              <a:solidFill>
                                <a:srgbClr val="5F6060"/>
                              </a:solidFill>
                              <a:latin typeface="Cambria Math" panose="02040503050406030204" pitchFamily="18" charset="0"/>
                            </a:rPr>
                          </m:ctrlPr>
                        </m:dPr>
                        <m:e>
                          <m:r>
                            <a:rPr lang="en-US" sz="1600" b="0" i="1" smtClean="0">
                              <a:solidFill>
                                <a:srgbClr val="5F6060"/>
                              </a:solidFill>
                              <a:latin typeface="Cambria Math" panose="02040503050406030204" pitchFamily="18" charset="0"/>
                            </a:rPr>
                            <m:t>4</m:t>
                          </m:r>
                        </m:e>
                      </m:d>
                      <m:r>
                        <a:rPr lang="en-US" sz="1600" b="0" i="1" smtClean="0">
                          <a:solidFill>
                            <a:srgbClr val="5F6060"/>
                          </a:solidFill>
                          <a:latin typeface="Cambria Math" panose="02040503050406030204" pitchFamily="18" charset="0"/>
                        </a:rPr>
                        <m:t>=78.4 </m:t>
                      </m:r>
                      <m:r>
                        <a:rPr lang="en-US" sz="1600" b="0" i="1" smtClean="0">
                          <a:solidFill>
                            <a:srgbClr val="5F6060"/>
                          </a:solidFill>
                          <a:latin typeface="Cambria Math" panose="02040503050406030204" pitchFamily="18" charset="0"/>
                        </a:rPr>
                        <m:t>𝑚</m:t>
                      </m:r>
                    </m:oMath>
                  </m:oMathPara>
                </a14:m>
                <a:endParaRPr lang="en-US" sz="1600" dirty="0">
                  <a:solidFill>
                    <a:srgbClr val="5F6060"/>
                  </a:solidFill>
                </a:endParaRPr>
              </a:p>
              <a:p>
                <a:r>
                  <a:rPr lang="en-US" sz="1600" dirty="0">
                    <a:solidFill>
                      <a:srgbClr val="5F6060"/>
                    </a:solidFill>
                  </a:rPr>
                  <a:t>Now verify with the RK4 method </a:t>
                </a:r>
                <a14:m>
                  <m:oMath xmlns:m="http://schemas.openxmlformats.org/officeDocument/2006/math">
                    <m:sSub>
                      <m:sSubPr>
                        <m:ctrlPr>
                          <a:rPr lang="en-US" sz="1600" b="0" i="1" smtClean="0">
                            <a:solidFill>
                              <a:srgbClr val="5F6060"/>
                            </a:solidFill>
                            <a:latin typeface="Cambria Math" panose="02040503050406030204" pitchFamily="18" charset="0"/>
                          </a:rPr>
                        </m:ctrlPr>
                      </m:sSubPr>
                      <m:e>
                        <m:r>
                          <m:rPr>
                            <m:sty m:val="p"/>
                          </m:rPr>
                          <a:rPr lang="en-US" sz="1600" b="0" i="0" smtClean="0">
                            <a:solidFill>
                              <a:srgbClr val="5F6060"/>
                            </a:solidFill>
                            <a:latin typeface="Cambria Math" panose="02040503050406030204" pitchFamily="18" charset="0"/>
                          </a:rPr>
                          <m:t>y</m:t>
                        </m:r>
                      </m:e>
                      <m:sub>
                        <m:r>
                          <m:rPr>
                            <m:sty m:val="p"/>
                          </m:rPr>
                          <a:rPr lang="en-US" sz="1600" b="0" i="0" smtClean="0">
                            <a:solidFill>
                              <a:srgbClr val="5F6060"/>
                            </a:solidFill>
                            <a:latin typeface="Cambria Math" panose="02040503050406030204" pitchFamily="18" charset="0"/>
                          </a:rPr>
                          <m:t>i</m:t>
                        </m:r>
                        <m:r>
                          <a:rPr lang="en-US" sz="1600" b="0" i="0" smtClean="0">
                            <a:solidFill>
                              <a:srgbClr val="5F6060"/>
                            </a:solidFill>
                            <a:latin typeface="Cambria Math" panose="02040503050406030204" pitchFamily="18" charset="0"/>
                          </a:rPr>
                          <m:t>+1</m:t>
                        </m:r>
                      </m:sub>
                    </m:sSub>
                    <m:r>
                      <a:rPr lang="en-US" sz="1600" b="0" i="0" smtClean="0">
                        <a:solidFill>
                          <a:srgbClr val="5F6060"/>
                        </a:solidFill>
                        <a:latin typeface="Cambria Math" panose="02040503050406030204" pitchFamily="18" charset="0"/>
                      </a:rPr>
                      <m:t>=</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𝑦</m:t>
                        </m:r>
                      </m:e>
                      <m:sub>
                        <m:r>
                          <a:rPr lang="en-US" sz="1600" i="1">
                            <a:solidFill>
                              <a:srgbClr val="5F6060"/>
                            </a:solidFill>
                            <a:latin typeface="Cambria Math" panose="02040503050406030204" pitchFamily="18" charset="0"/>
                          </a:rPr>
                          <m:t>𝑖</m:t>
                        </m:r>
                      </m:sub>
                    </m:sSub>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h</m:t>
                    </m:r>
                    <m:d>
                      <m:dPr>
                        <m:ctrlPr>
                          <a:rPr lang="en-US" sz="1600" i="1">
                            <a:solidFill>
                              <a:srgbClr val="5F6060"/>
                            </a:solidFill>
                            <a:latin typeface="Cambria Math" panose="02040503050406030204" pitchFamily="18" charset="0"/>
                          </a:rPr>
                        </m:ctrlPr>
                      </m:dPr>
                      <m:e>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𝑉</m:t>
                            </m:r>
                          </m:e>
                          <m:sub>
                            <m:r>
                              <a:rPr lang="en-US" sz="1600" i="1">
                                <a:solidFill>
                                  <a:srgbClr val="5F6060"/>
                                </a:solidFill>
                                <a:latin typeface="Cambria Math" panose="02040503050406030204" pitchFamily="18" charset="0"/>
                              </a:rPr>
                              <m:t>0</m:t>
                            </m:r>
                            <m:r>
                              <a:rPr lang="en-US" sz="1600" i="1">
                                <a:solidFill>
                                  <a:srgbClr val="5F6060"/>
                                </a:solidFill>
                                <a:latin typeface="Cambria Math" panose="02040503050406030204" pitchFamily="18" charset="0"/>
                              </a:rPr>
                              <m:t>𝑦</m:t>
                            </m:r>
                          </m:sub>
                        </m:sSub>
                        <m:r>
                          <a:rPr lang="en-US" sz="1600" i="1">
                            <a:solidFill>
                              <a:srgbClr val="5F6060"/>
                            </a:solidFill>
                            <a:latin typeface="Cambria Math" panose="02040503050406030204" pitchFamily="18" charset="0"/>
                          </a:rPr>
                          <m:t>−</m:t>
                        </m:r>
                        <m:r>
                          <a:rPr lang="en-US" sz="1600" i="1">
                            <a:solidFill>
                              <a:srgbClr val="5F6060"/>
                            </a:solidFill>
                            <a:latin typeface="Cambria Math" panose="02040503050406030204" pitchFamily="18" charset="0"/>
                          </a:rPr>
                          <m:t>𝑔</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𝑡</m:t>
                            </m:r>
                          </m:e>
                          <m:sub>
                            <m:r>
                              <a:rPr lang="en-US" sz="1600" i="1">
                                <a:solidFill>
                                  <a:srgbClr val="5F6060"/>
                                </a:solidFill>
                                <a:latin typeface="Cambria Math" panose="02040503050406030204" pitchFamily="18" charset="0"/>
                              </a:rPr>
                              <m:t>𝑖</m:t>
                            </m:r>
                          </m:sub>
                        </m:sSub>
                      </m:e>
                    </m:d>
                    <m:r>
                      <a:rPr lang="en-US" sz="1600" i="1">
                        <a:solidFill>
                          <a:srgbClr val="5F6060"/>
                        </a:solidFill>
                        <a:latin typeface="Cambria Math" panose="02040503050406030204" pitchFamily="18" charset="0"/>
                      </a:rPr>
                      <m:t>−</m:t>
                    </m:r>
                    <m:f>
                      <m:fPr>
                        <m:ctrlPr>
                          <a:rPr lang="en-US" sz="1600" i="1">
                            <a:solidFill>
                              <a:srgbClr val="5F6060"/>
                            </a:solidFill>
                            <a:latin typeface="Cambria Math" panose="02040503050406030204" pitchFamily="18" charset="0"/>
                          </a:rPr>
                        </m:ctrlPr>
                      </m:fPr>
                      <m:num>
                        <m:r>
                          <a:rPr lang="en-US" sz="1600" i="1">
                            <a:solidFill>
                              <a:srgbClr val="5F6060"/>
                            </a:solidFill>
                            <a:latin typeface="Cambria Math" panose="02040503050406030204" pitchFamily="18" charset="0"/>
                          </a:rPr>
                          <m:t>1</m:t>
                        </m:r>
                      </m:num>
                      <m:den>
                        <m:r>
                          <a:rPr lang="en-US" sz="1600" i="1">
                            <a:solidFill>
                              <a:srgbClr val="5F6060"/>
                            </a:solidFill>
                            <a:latin typeface="Cambria Math" panose="02040503050406030204" pitchFamily="18" charset="0"/>
                          </a:rPr>
                          <m:t>2</m:t>
                        </m:r>
                      </m:den>
                    </m:f>
                    <m:r>
                      <a:rPr lang="en-US" sz="1600" i="1">
                        <a:solidFill>
                          <a:srgbClr val="5F6060"/>
                        </a:solidFill>
                        <a:latin typeface="Cambria Math" panose="02040503050406030204" pitchFamily="18" charset="0"/>
                      </a:rPr>
                      <m:t>𝑔</m:t>
                    </m:r>
                    <m:sSup>
                      <m:sSupPr>
                        <m:ctrlPr>
                          <a:rPr lang="en-US" sz="1600" i="1">
                            <a:solidFill>
                              <a:srgbClr val="5F6060"/>
                            </a:solidFill>
                            <a:latin typeface="Cambria Math" panose="02040503050406030204" pitchFamily="18" charset="0"/>
                          </a:rPr>
                        </m:ctrlPr>
                      </m:sSupPr>
                      <m:e>
                        <m:r>
                          <a:rPr lang="en-US" sz="1600" i="1">
                            <a:solidFill>
                              <a:srgbClr val="5F6060"/>
                            </a:solidFill>
                            <a:latin typeface="Cambria Math" panose="02040503050406030204" pitchFamily="18" charset="0"/>
                          </a:rPr>
                          <m:t>h</m:t>
                        </m:r>
                      </m:e>
                      <m:sup>
                        <m:r>
                          <a:rPr lang="en-US" sz="1600" i="1">
                            <a:solidFill>
                              <a:srgbClr val="5F6060"/>
                            </a:solidFill>
                            <a:latin typeface="Cambria Math" panose="02040503050406030204" pitchFamily="18" charset="0"/>
                          </a:rPr>
                          <m:t>2</m:t>
                        </m:r>
                      </m:sup>
                    </m:sSup>
                  </m:oMath>
                </a14:m>
                <a:r>
                  <a:rPr lang="en-US" sz="1600" dirty="0">
                    <a:solidFill>
                      <a:srgbClr val="5F6060"/>
                    </a:solidFill>
                  </a:rPr>
                  <a:t>:</a:t>
                </a:r>
              </a:p>
              <a:p>
                <a:pPr/>
                <a14:m>
                  <m:oMathPara xmlns:m="http://schemas.openxmlformats.org/officeDocument/2006/math">
                    <m:oMathParaPr>
                      <m:jc m:val="centerGroup"/>
                    </m:oMathParaPr>
                    <m:oMath xmlns:m="http://schemas.openxmlformats.org/officeDocument/2006/math">
                      <m:r>
                        <m:rPr>
                          <m:nor/>
                        </m:rPr>
                        <a:rPr lang="en-US" sz="1600" b="0" i="0" smtClean="0">
                          <a:solidFill>
                            <a:srgbClr val="5F6060"/>
                          </a:solidFill>
                          <a:latin typeface="Cambria Math" panose="02040503050406030204" pitchFamily="18" charset="0"/>
                        </a:rPr>
                        <m:t>i</m:t>
                      </m:r>
                      <m:r>
                        <m:rPr>
                          <m:nor/>
                        </m:rPr>
                        <a:rPr lang="en-US" sz="1600" b="0" i="0" smtClean="0">
                          <a:solidFill>
                            <a:srgbClr val="5F6060"/>
                          </a:solidFill>
                          <a:latin typeface="Cambria Math" panose="02040503050406030204" pitchFamily="18" charset="0"/>
                        </a:rPr>
                        <m:t>=0: </m:t>
                      </m:r>
                      <m:sSub>
                        <m:sSubPr>
                          <m:ctrlPr>
                            <a:rPr lang="en-US" sz="1600" b="0" i="1" smtClean="0">
                              <a:solidFill>
                                <a:srgbClr val="5F6060"/>
                              </a:solidFill>
                              <a:latin typeface="Cambria Math" panose="02040503050406030204" pitchFamily="18" charset="0"/>
                            </a:rPr>
                          </m:ctrlPr>
                        </m:sSubPr>
                        <m:e>
                          <m:r>
                            <a:rPr lang="en-US" sz="1600" b="0" i="1" smtClean="0">
                              <a:solidFill>
                                <a:srgbClr val="5F6060"/>
                              </a:solidFill>
                              <a:latin typeface="Cambria Math" panose="02040503050406030204" pitchFamily="18" charset="0"/>
                            </a:rPr>
                            <m:t>𝑦</m:t>
                          </m:r>
                        </m:e>
                        <m:sub>
                          <m:r>
                            <a:rPr lang="en-US" sz="1600" b="0" i="1" smtClean="0">
                              <a:solidFill>
                                <a:srgbClr val="5F6060"/>
                              </a:solidFill>
                              <a:latin typeface="Cambria Math" panose="02040503050406030204" pitchFamily="18" charset="0"/>
                            </a:rPr>
                            <m:t>1</m:t>
                          </m:r>
                        </m:sub>
                      </m:sSub>
                      <m:r>
                        <a:rPr lang="en-US" sz="1600" b="0" i="1" smtClean="0">
                          <a:solidFill>
                            <a:srgbClr val="5F6060"/>
                          </a:solidFill>
                          <a:latin typeface="Cambria Math" panose="02040503050406030204" pitchFamily="18" charset="0"/>
                        </a:rPr>
                        <m:t>=0+</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1</m:t>
                          </m:r>
                        </m:num>
                        <m:den>
                          <m:r>
                            <a:rPr lang="en-US" sz="1600" b="0" i="1" smtClean="0">
                              <a:solidFill>
                                <a:srgbClr val="5F6060"/>
                              </a:solidFill>
                              <a:latin typeface="Cambria Math" panose="02040503050406030204" pitchFamily="18" charset="0"/>
                            </a:rPr>
                            <m:t>2</m:t>
                          </m:r>
                        </m:den>
                      </m:f>
                      <m:d>
                        <m:dPr>
                          <m:ctrlPr>
                            <a:rPr lang="en-US" sz="1600" b="0" i="1" smtClean="0">
                              <a:solidFill>
                                <a:srgbClr val="5F6060"/>
                              </a:solidFill>
                              <a:latin typeface="Cambria Math" panose="02040503050406030204" pitchFamily="18" charset="0"/>
                            </a:rPr>
                          </m:ctrlPr>
                        </m:dPr>
                        <m:e>
                          <m:r>
                            <a:rPr lang="en-US" sz="1600" b="0" i="1" smtClean="0">
                              <a:solidFill>
                                <a:srgbClr val="5F6060"/>
                              </a:solidFill>
                              <a:latin typeface="Cambria Math" panose="02040503050406030204" pitchFamily="18" charset="0"/>
                            </a:rPr>
                            <m:t>49−9.8</m:t>
                          </m:r>
                          <m:d>
                            <m:dPr>
                              <m:ctrlPr>
                                <a:rPr lang="en-US" sz="1600" b="0" i="1" smtClean="0">
                                  <a:solidFill>
                                    <a:srgbClr val="5F6060"/>
                                  </a:solidFill>
                                  <a:latin typeface="Cambria Math" panose="02040503050406030204" pitchFamily="18" charset="0"/>
                                </a:rPr>
                              </m:ctrlPr>
                            </m:dPr>
                            <m:e>
                              <m:r>
                                <a:rPr lang="en-US" sz="1600" b="0" i="1" smtClean="0">
                                  <a:solidFill>
                                    <a:srgbClr val="5F6060"/>
                                  </a:solidFill>
                                  <a:latin typeface="Cambria Math" panose="02040503050406030204" pitchFamily="18" charset="0"/>
                                </a:rPr>
                                <m:t>0</m:t>
                              </m:r>
                            </m:e>
                          </m:d>
                        </m:e>
                      </m:d>
                      <m:r>
                        <a:rPr lang="en-US" sz="1600" b="0" i="1" smtClean="0">
                          <a:solidFill>
                            <a:srgbClr val="5F6060"/>
                          </a:solidFill>
                          <a:latin typeface="Cambria Math" panose="02040503050406030204" pitchFamily="18" charset="0"/>
                        </a:rPr>
                        <m:t>−</m:t>
                      </m:r>
                      <m:f>
                        <m:fPr>
                          <m:ctrlPr>
                            <a:rPr lang="en-US" sz="1600" b="0" i="1" smtClean="0">
                              <a:solidFill>
                                <a:srgbClr val="5F6060"/>
                              </a:solidFill>
                              <a:latin typeface="Cambria Math" panose="02040503050406030204" pitchFamily="18" charset="0"/>
                            </a:rPr>
                          </m:ctrlPr>
                        </m:fPr>
                        <m:num>
                          <m:r>
                            <a:rPr lang="en-US" sz="1600" b="0" i="1" smtClean="0">
                              <a:solidFill>
                                <a:srgbClr val="5F6060"/>
                              </a:solidFill>
                              <a:latin typeface="Cambria Math" panose="02040503050406030204" pitchFamily="18" charset="0"/>
                            </a:rPr>
                            <m:t>9.8</m:t>
                          </m:r>
                        </m:num>
                        <m:den>
                          <m:r>
                            <a:rPr lang="en-US" sz="1600" b="0" i="1" smtClean="0">
                              <a:solidFill>
                                <a:srgbClr val="5F6060"/>
                              </a:solidFill>
                              <a:latin typeface="Cambria Math" panose="02040503050406030204" pitchFamily="18" charset="0"/>
                            </a:rPr>
                            <m:t>8</m:t>
                          </m:r>
                        </m:den>
                      </m:f>
                      <m:r>
                        <a:rPr lang="en-US" sz="1600" b="0" i="1" smtClean="0">
                          <a:solidFill>
                            <a:srgbClr val="5F6060"/>
                          </a:solidFill>
                          <a:latin typeface="Cambria Math" panose="02040503050406030204" pitchFamily="18" charset="0"/>
                        </a:rPr>
                        <m:t>=23.275 </m:t>
                      </m:r>
                      <m:r>
                        <a:rPr lang="en-US" sz="1600" b="0" i="1" smtClean="0">
                          <a:solidFill>
                            <a:srgbClr val="5F6060"/>
                          </a:solidFill>
                          <a:latin typeface="Cambria Math" panose="02040503050406030204" pitchFamily="18" charset="0"/>
                        </a:rPr>
                        <m:t>𝑚</m:t>
                      </m:r>
                    </m:oMath>
                  </m:oMathPara>
                </a14:m>
                <a:endParaRPr lang="en-US" sz="1600" dirty="0">
                  <a:solidFill>
                    <a:srgbClr val="5F6060"/>
                  </a:solidFill>
                </a:endParaRPr>
              </a:p>
              <a:p>
                <a:pPr/>
                <a14:m>
                  <m:oMathPara xmlns:m="http://schemas.openxmlformats.org/officeDocument/2006/math">
                    <m:oMathParaPr>
                      <m:jc m:val="centerGroup"/>
                    </m:oMathParaPr>
                    <m:oMath xmlns:m="http://schemas.openxmlformats.org/officeDocument/2006/math">
                      <m:r>
                        <m:rPr>
                          <m:nor/>
                        </m:rPr>
                        <a:rPr lang="en-US" sz="1600">
                          <a:solidFill>
                            <a:srgbClr val="5F6060"/>
                          </a:solidFill>
                          <a:latin typeface="Cambria Math" panose="02040503050406030204" pitchFamily="18" charset="0"/>
                        </a:rPr>
                        <m:t>i</m:t>
                      </m:r>
                      <m:r>
                        <m:rPr>
                          <m:nor/>
                        </m:rPr>
                        <a:rPr lang="en-US" sz="1600">
                          <a:solidFill>
                            <a:srgbClr val="5F6060"/>
                          </a:solidFill>
                          <a:latin typeface="Cambria Math" panose="02040503050406030204" pitchFamily="18" charset="0"/>
                        </a:rPr>
                        <m:t>=1: </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𝑦</m:t>
                          </m:r>
                        </m:e>
                        <m:sub>
                          <m:r>
                            <a:rPr lang="en-US" sz="1600" b="0" i="1" smtClean="0">
                              <a:solidFill>
                                <a:srgbClr val="5F6060"/>
                              </a:solidFill>
                              <a:latin typeface="Cambria Math" panose="02040503050406030204" pitchFamily="18" charset="0"/>
                            </a:rPr>
                            <m:t>2</m:t>
                          </m:r>
                        </m:sub>
                      </m:sSub>
                      <m:r>
                        <a:rPr lang="en-US" sz="1600" i="1">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23.275</m:t>
                      </m:r>
                      <m:r>
                        <a:rPr lang="en-US" sz="1600" i="1">
                          <a:solidFill>
                            <a:srgbClr val="5F6060"/>
                          </a:solidFill>
                          <a:latin typeface="Cambria Math" panose="02040503050406030204" pitchFamily="18" charset="0"/>
                        </a:rPr>
                        <m:t>+</m:t>
                      </m:r>
                      <m:f>
                        <m:fPr>
                          <m:ctrlPr>
                            <a:rPr lang="en-US" sz="1600" i="1">
                              <a:solidFill>
                                <a:srgbClr val="5F6060"/>
                              </a:solidFill>
                              <a:latin typeface="Cambria Math" panose="02040503050406030204" pitchFamily="18" charset="0"/>
                            </a:rPr>
                          </m:ctrlPr>
                        </m:fPr>
                        <m:num>
                          <m:r>
                            <a:rPr lang="en-US" sz="1600" i="1">
                              <a:solidFill>
                                <a:srgbClr val="5F6060"/>
                              </a:solidFill>
                              <a:latin typeface="Cambria Math" panose="02040503050406030204" pitchFamily="18" charset="0"/>
                            </a:rPr>
                            <m:t>1</m:t>
                          </m:r>
                        </m:num>
                        <m:den>
                          <m:r>
                            <a:rPr lang="en-US" sz="1600" i="1">
                              <a:solidFill>
                                <a:srgbClr val="5F6060"/>
                              </a:solidFill>
                              <a:latin typeface="Cambria Math" panose="02040503050406030204" pitchFamily="18" charset="0"/>
                            </a:rPr>
                            <m:t>2</m:t>
                          </m:r>
                        </m:den>
                      </m:f>
                      <m:d>
                        <m:dPr>
                          <m:ctrlPr>
                            <a:rPr lang="en-US" sz="1600" i="1">
                              <a:solidFill>
                                <a:srgbClr val="5F6060"/>
                              </a:solidFill>
                              <a:latin typeface="Cambria Math" panose="02040503050406030204" pitchFamily="18" charset="0"/>
                            </a:rPr>
                          </m:ctrlPr>
                        </m:dPr>
                        <m:e>
                          <m:r>
                            <a:rPr lang="en-US" sz="1600" i="1">
                              <a:solidFill>
                                <a:srgbClr val="5F6060"/>
                              </a:solidFill>
                              <a:latin typeface="Cambria Math" panose="02040503050406030204" pitchFamily="18" charset="0"/>
                            </a:rPr>
                            <m:t>49−9.8</m:t>
                          </m:r>
                          <m:d>
                            <m:dPr>
                              <m:ctrlPr>
                                <a:rPr lang="en-US" sz="1600" i="1">
                                  <a:solidFill>
                                    <a:srgbClr val="5F6060"/>
                                  </a:solidFill>
                                  <a:latin typeface="Cambria Math" panose="02040503050406030204" pitchFamily="18" charset="0"/>
                                </a:rPr>
                              </m:ctrlPr>
                            </m:dPr>
                            <m:e>
                              <m:r>
                                <a:rPr lang="en-US" sz="1600" i="1">
                                  <a:solidFill>
                                    <a:srgbClr val="5F6060"/>
                                  </a:solidFill>
                                  <a:latin typeface="Cambria Math" panose="02040503050406030204" pitchFamily="18" charset="0"/>
                                </a:rPr>
                                <m:t>0</m:t>
                              </m:r>
                              <m:r>
                                <a:rPr lang="en-US" sz="1600" b="0" i="1" smtClean="0">
                                  <a:solidFill>
                                    <a:srgbClr val="5F6060"/>
                                  </a:solidFill>
                                  <a:latin typeface="Cambria Math" panose="02040503050406030204" pitchFamily="18" charset="0"/>
                                </a:rPr>
                                <m:t>.5</m:t>
                              </m:r>
                            </m:e>
                          </m:d>
                        </m:e>
                      </m:d>
                      <m:r>
                        <a:rPr lang="en-US" sz="1600" i="1">
                          <a:solidFill>
                            <a:srgbClr val="5F6060"/>
                          </a:solidFill>
                          <a:latin typeface="Cambria Math" panose="02040503050406030204" pitchFamily="18" charset="0"/>
                        </a:rPr>
                        <m:t>−</m:t>
                      </m:r>
                      <m:f>
                        <m:fPr>
                          <m:ctrlPr>
                            <a:rPr lang="en-US" sz="1600" i="1">
                              <a:solidFill>
                                <a:srgbClr val="5F6060"/>
                              </a:solidFill>
                              <a:latin typeface="Cambria Math" panose="02040503050406030204" pitchFamily="18" charset="0"/>
                            </a:rPr>
                          </m:ctrlPr>
                        </m:fPr>
                        <m:num>
                          <m:r>
                            <a:rPr lang="en-US" sz="1600" i="1">
                              <a:solidFill>
                                <a:srgbClr val="5F6060"/>
                              </a:solidFill>
                              <a:latin typeface="Cambria Math" panose="02040503050406030204" pitchFamily="18" charset="0"/>
                            </a:rPr>
                            <m:t>9.8</m:t>
                          </m:r>
                        </m:num>
                        <m:den>
                          <m:r>
                            <a:rPr lang="en-US" sz="1600" i="1">
                              <a:solidFill>
                                <a:srgbClr val="5F6060"/>
                              </a:solidFill>
                              <a:latin typeface="Cambria Math" panose="02040503050406030204" pitchFamily="18" charset="0"/>
                            </a:rPr>
                            <m:t>8</m:t>
                          </m:r>
                        </m:den>
                      </m:f>
                      <m:r>
                        <a:rPr lang="en-US" sz="1600" i="1">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44.1</m:t>
                      </m:r>
                      <m:r>
                        <a:rPr lang="en-US" sz="1600" i="1">
                          <a:solidFill>
                            <a:srgbClr val="5F6060"/>
                          </a:solidFill>
                          <a:latin typeface="Cambria Math" panose="02040503050406030204" pitchFamily="18" charset="0"/>
                        </a:rPr>
                        <m:t> </m:t>
                      </m:r>
                      <m:r>
                        <a:rPr lang="en-US" sz="1600" i="1">
                          <a:solidFill>
                            <a:srgbClr val="5F6060"/>
                          </a:solidFill>
                          <a:latin typeface="Cambria Math" panose="02040503050406030204" pitchFamily="18" charset="0"/>
                        </a:rPr>
                        <m:t>𝑚</m:t>
                      </m:r>
                    </m:oMath>
                  </m:oMathPara>
                </a14:m>
                <a:endParaRPr lang="en-US" sz="1600" dirty="0">
                  <a:solidFill>
                    <a:srgbClr val="5F6060"/>
                  </a:solidFill>
                </a:endParaRPr>
              </a:p>
              <a:p>
                <a:pPr/>
                <a14:m>
                  <m:oMathPara xmlns:m="http://schemas.openxmlformats.org/officeDocument/2006/math">
                    <m:oMathParaPr>
                      <m:jc m:val="centerGroup"/>
                    </m:oMathParaPr>
                    <m:oMath xmlns:m="http://schemas.openxmlformats.org/officeDocument/2006/math">
                      <m:r>
                        <m:rPr>
                          <m:nor/>
                        </m:rPr>
                        <a:rPr lang="en-US" sz="1600">
                          <a:solidFill>
                            <a:srgbClr val="5F6060"/>
                          </a:solidFill>
                          <a:latin typeface="Cambria Math" panose="02040503050406030204" pitchFamily="18" charset="0"/>
                        </a:rPr>
                        <m:t>i</m:t>
                      </m:r>
                      <m:r>
                        <m:rPr>
                          <m:nor/>
                        </m:rPr>
                        <a:rPr lang="en-US" sz="1600">
                          <a:solidFill>
                            <a:srgbClr val="5F6060"/>
                          </a:solidFill>
                          <a:latin typeface="Cambria Math" panose="02040503050406030204" pitchFamily="18" charset="0"/>
                        </a:rPr>
                        <m:t>=2: </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𝑦</m:t>
                          </m:r>
                        </m:e>
                        <m:sub>
                          <m:r>
                            <a:rPr lang="en-US" sz="1600" b="0" i="1" smtClean="0">
                              <a:solidFill>
                                <a:srgbClr val="5F6060"/>
                              </a:solidFill>
                              <a:latin typeface="Cambria Math" panose="02040503050406030204" pitchFamily="18" charset="0"/>
                            </a:rPr>
                            <m:t>3</m:t>
                          </m:r>
                        </m:sub>
                      </m:sSub>
                      <m:r>
                        <a:rPr lang="en-US" sz="1600" i="1">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44.1</m:t>
                      </m:r>
                      <m:r>
                        <a:rPr lang="en-US" sz="1600" i="1">
                          <a:solidFill>
                            <a:srgbClr val="5F6060"/>
                          </a:solidFill>
                          <a:latin typeface="Cambria Math" panose="02040503050406030204" pitchFamily="18" charset="0"/>
                        </a:rPr>
                        <m:t>+</m:t>
                      </m:r>
                      <m:f>
                        <m:fPr>
                          <m:ctrlPr>
                            <a:rPr lang="en-US" sz="1600" i="1">
                              <a:solidFill>
                                <a:srgbClr val="5F6060"/>
                              </a:solidFill>
                              <a:latin typeface="Cambria Math" panose="02040503050406030204" pitchFamily="18" charset="0"/>
                            </a:rPr>
                          </m:ctrlPr>
                        </m:fPr>
                        <m:num>
                          <m:r>
                            <a:rPr lang="en-US" sz="1600" i="1">
                              <a:solidFill>
                                <a:srgbClr val="5F6060"/>
                              </a:solidFill>
                              <a:latin typeface="Cambria Math" panose="02040503050406030204" pitchFamily="18" charset="0"/>
                            </a:rPr>
                            <m:t>1</m:t>
                          </m:r>
                        </m:num>
                        <m:den>
                          <m:r>
                            <a:rPr lang="en-US" sz="1600" i="1">
                              <a:solidFill>
                                <a:srgbClr val="5F6060"/>
                              </a:solidFill>
                              <a:latin typeface="Cambria Math" panose="02040503050406030204" pitchFamily="18" charset="0"/>
                            </a:rPr>
                            <m:t>2</m:t>
                          </m:r>
                        </m:den>
                      </m:f>
                      <m:d>
                        <m:dPr>
                          <m:ctrlPr>
                            <a:rPr lang="en-US" sz="1600" i="1">
                              <a:solidFill>
                                <a:srgbClr val="5F6060"/>
                              </a:solidFill>
                              <a:latin typeface="Cambria Math" panose="02040503050406030204" pitchFamily="18" charset="0"/>
                            </a:rPr>
                          </m:ctrlPr>
                        </m:dPr>
                        <m:e>
                          <m:r>
                            <a:rPr lang="en-US" sz="1600" i="1">
                              <a:solidFill>
                                <a:srgbClr val="5F6060"/>
                              </a:solidFill>
                              <a:latin typeface="Cambria Math" panose="02040503050406030204" pitchFamily="18" charset="0"/>
                            </a:rPr>
                            <m:t>49−9.8</m:t>
                          </m:r>
                          <m:d>
                            <m:dPr>
                              <m:ctrlPr>
                                <a:rPr lang="en-US" sz="1600" i="1">
                                  <a:solidFill>
                                    <a:srgbClr val="5F6060"/>
                                  </a:solidFill>
                                  <a:latin typeface="Cambria Math" panose="02040503050406030204" pitchFamily="18" charset="0"/>
                                </a:rPr>
                              </m:ctrlPr>
                            </m:dPr>
                            <m:e>
                              <m:r>
                                <a:rPr lang="en-US" sz="1600" b="0" i="1" smtClean="0">
                                  <a:solidFill>
                                    <a:srgbClr val="5F6060"/>
                                  </a:solidFill>
                                  <a:latin typeface="Cambria Math" panose="02040503050406030204" pitchFamily="18" charset="0"/>
                                </a:rPr>
                                <m:t>1.0</m:t>
                              </m:r>
                            </m:e>
                          </m:d>
                        </m:e>
                      </m:d>
                      <m:r>
                        <a:rPr lang="en-US" sz="1600" i="1">
                          <a:solidFill>
                            <a:srgbClr val="5F6060"/>
                          </a:solidFill>
                          <a:latin typeface="Cambria Math" panose="02040503050406030204" pitchFamily="18" charset="0"/>
                        </a:rPr>
                        <m:t>−</m:t>
                      </m:r>
                      <m:f>
                        <m:fPr>
                          <m:ctrlPr>
                            <a:rPr lang="en-US" sz="1600" i="1">
                              <a:solidFill>
                                <a:srgbClr val="5F6060"/>
                              </a:solidFill>
                              <a:latin typeface="Cambria Math" panose="02040503050406030204" pitchFamily="18" charset="0"/>
                            </a:rPr>
                          </m:ctrlPr>
                        </m:fPr>
                        <m:num>
                          <m:r>
                            <a:rPr lang="en-US" sz="1600" i="1">
                              <a:solidFill>
                                <a:srgbClr val="5F6060"/>
                              </a:solidFill>
                              <a:latin typeface="Cambria Math" panose="02040503050406030204" pitchFamily="18" charset="0"/>
                            </a:rPr>
                            <m:t>9.8</m:t>
                          </m:r>
                        </m:num>
                        <m:den>
                          <m:r>
                            <a:rPr lang="en-US" sz="1600" i="1">
                              <a:solidFill>
                                <a:srgbClr val="5F6060"/>
                              </a:solidFill>
                              <a:latin typeface="Cambria Math" panose="02040503050406030204" pitchFamily="18" charset="0"/>
                            </a:rPr>
                            <m:t>8</m:t>
                          </m:r>
                        </m:den>
                      </m:f>
                      <m:r>
                        <a:rPr lang="en-US" sz="1600" i="1">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62.475</m:t>
                      </m:r>
                      <m:r>
                        <a:rPr lang="en-US" sz="1600" i="1">
                          <a:solidFill>
                            <a:srgbClr val="5F6060"/>
                          </a:solidFill>
                          <a:latin typeface="Cambria Math" panose="02040503050406030204" pitchFamily="18" charset="0"/>
                        </a:rPr>
                        <m:t> </m:t>
                      </m:r>
                      <m:r>
                        <a:rPr lang="en-US" sz="1600" i="1">
                          <a:solidFill>
                            <a:srgbClr val="5F6060"/>
                          </a:solidFill>
                          <a:latin typeface="Cambria Math" panose="02040503050406030204" pitchFamily="18" charset="0"/>
                        </a:rPr>
                        <m:t>𝑚</m:t>
                      </m:r>
                    </m:oMath>
                  </m:oMathPara>
                </a14:m>
                <a:endParaRPr lang="en-US" sz="1600" dirty="0">
                  <a:solidFill>
                    <a:srgbClr val="5F6060"/>
                  </a:solidFill>
                </a:endParaRPr>
              </a:p>
              <a:p>
                <a:pPr/>
                <a14:m>
                  <m:oMathPara xmlns:m="http://schemas.openxmlformats.org/officeDocument/2006/math">
                    <m:oMathParaPr>
                      <m:jc m:val="centerGroup"/>
                    </m:oMathParaPr>
                    <m:oMath xmlns:m="http://schemas.openxmlformats.org/officeDocument/2006/math">
                      <m:r>
                        <m:rPr>
                          <m:nor/>
                        </m:rPr>
                        <a:rPr lang="en-US" sz="1600">
                          <a:solidFill>
                            <a:srgbClr val="5F6060"/>
                          </a:solidFill>
                          <a:latin typeface="Cambria Math" panose="02040503050406030204" pitchFamily="18" charset="0"/>
                        </a:rPr>
                        <m:t>i</m:t>
                      </m:r>
                      <m:r>
                        <m:rPr>
                          <m:nor/>
                        </m:rPr>
                        <a:rPr lang="en-US" sz="1600">
                          <a:solidFill>
                            <a:srgbClr val="5F6060"/>
                          </a:solidFill>
                          <a:latin typeface="Cambria Math" panose="02040503050406030204" pitchFamily="18" charset="0"/>
                        </a:rPr>
                        <m:t>=3: </m:t>
                      </m:r>
                      <m:sSub>
                        <m:sSubPr>
                          <m:ctrlPr>
                            <a:rPr lang="en-US" sz="1600" i="1">
                              <a:solidFill>
                                <a:srgbClr val="5F6060"/>
                              </a:solidFill>
                              <a:latin typeface="Cambria Math" panose="02040503050406030204" pitchFamily="18" charset="0"/>
                            </a:rPr>
                          </m:ctrlPr>
                        </m:sSubPr>
                        <m:e>
                          <m:r>
                            <a:rPr lang="en-US" sz="1600" i="1">
                              <a:solidFill>
                                <a:srgbClr val="5F6060"/>
                              </a:solidFill>
                              <a:latin typeface="Cambria Math" panose="02040503050406030204" pitchFamily="18" charset="0"/>
                            </a:rPr>
                            <m:t>𝑦</m:t>
                          </m:r>
                        </m:e>
                        <m:sub>
                          <m:r>
                            <a:rPr lang="en-US" sz="1600" b="0" i="1" smtClean="0">
                              <a:solidFill>
                                <a:srgbClr val="5F6060"/>
                              </a:solidFill>
                              <a:latin typeface="Cambria Math" panose="02040503050406030204" pitchFamily="18" charset="0"/>
                            </a:rPr>
                            <m:t>4</m:t>
                          </m:r>
                        </m:sub>
                      </m:sSub>
                      <m:r>
                        <a:rPr lang="en-US" sz="1600" i="1">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62.475</m:t>
                      </m:r>
                      <m:r>
                        <a:rPr lang="en-US" sz="1600" i="1">
                          <a:solidFill>
                            <a:srgbClr val="5F6060"/>
                          </a:solidFill>
                          <a:latin typeface="Cambria Math" panose="02040503050406030204" pitchFamily="18" charset="0"/>
                        </a:rPr>
                        <m:t>+</m:t>
                      </m:r>
                      <m:f>
                        <m:fPr>
                          <m:ctrlPr>
                            <a:rPr lang="en-US" sz="1600" i="1">
                              <a:solidFill>
                                <a:srgbClr val="5F6060"/>
                              </a:solidFill>
                              <a:latin typeface="Cambria Math" panose="02040503050406030204" pitchFamily="18" charset="0"/>
                            </a:rPr>
                          </m:ctrlPr>
                        </m:fPr>
                        <m:num>
                          <m:r>
                            <a:rPr lang="en-US" sz="1600" i="1">
                              <a:solidFill>
                                <a:srgbClr val="5F6060"/>
                              </a:solidFill>
                              <a:latin typeface="Cambria Math" panose="02040503050406030204" pitchFamily="18" charset="0"/>
                            </a:rPr>
                            <m:t>1</m:t>
                          </m:r>
                        </m:num>
                        <m:den>
                          <m:r>
                            <a:rPr lang="en-US" sz="1600" i="1">
                              <a:solidFill>
                                <a:srgbClr val="5F6060"/>
                              </a:solidFill>
                              <a:latin typeface="Cambria Math" panose="02040503050406030204" pitchFamily="18" charset="0"/>
                            </a:rPr>
                            <m:t>2</m:t>
                          </m:r>
                        </m:den>
                      </m:f>
                      <m:d>
                        <m:dPr>
                          <m:ctrlPr>
                            <a:rPr lang="en-US" sz="1600" i="1">
                              <a:solidFill>
                                <a:srgbClr val="5F6060"/>
                              </a:solidFill>
                              <a:latin typeface="Cambria Math" panose="02040503050406030204" pitchFamily="18" charset="0"/>
                            </a:rPr>
                          </m:ctrlPr>
                        </m:dPr>
                        <m:e>
                          <m:r>
                            <a:rPr lang="en-US" sz="1600" i="1">
                              <a:solidFill>
                                <a:srgbClr val="5F6060"/>
                              </a:solidFill>
                              <a:latin typeface="Cambria Math" panose="02040503050406030204" pitchFamily="18" charset="0"/>
                            </a:rPr>
                            <m:t>49−9.8</m:t>
                          </m:r>
                          <m:d>
                            <m:dPr>
                              <m:ctrlPr>
                                <a:rPr lang="en-US" sz="1600" i="1">
                                  <a:solidFill>
                                    <a:srgbClr val="5F6060"/>
                                  </a:solidFill>
                                  <a:latin typeface="Cambria Math" panose="02040503050406030204" pitchFamily="18" charset="0"/>
                                </a:rPr>
                              </m:ctrlPr>
                            </m:dPr>
                            <m:e>
                              <m:r>
                                <a:rPr lang="en-US" sz="1600" b="0" i="1" smtClean="0">
                                  <a:solidFill>
                                    <a:srgbClr val="5F6060"/>
                                  </a:solidFill>
                                  <a:latin typeface="Cambria Math" panose="02040503050406030204" pitchFamily="18" charset="0"/>
                                </a:rPr>
                                <m:t>1.5</m:t>
                              </m:r>
                            </m:e>
                          </m:d>
                        </m:e>
                      </m:d>
                      <m:r>
                        <a:rPr lang="en-US" sz="1600" i="1">
                          <a:solidFill>
                            <a:srgbClr val="5F6060"/>
                          </a:solidFill>
                          <a:latin typeface="Cambria Math" panose="02040503050406030204" pitchFamily="18" charset="0"/>
                        </a:rPr>
                        <m:t>−</m:t>
                      </m:r>
                      <m:f>
                        <m:fPr>
                          <m:ctrlPr>
                            <a:rPr lang="en-US" sz="1600" i="1">
                              <a:solidFill>
                                <a:srgbClr val="5F6060"/>
                              </a:solidFill>
                              <a:latin typeface="Cambria Math" panose="02040503050406030204" pitchFamily="18" charset="0"/>
                            </a:rPr>
                          </m:ctrlPr>
                        </m:fPr>
                        <m:num>
                          <m:r>
                            <a:rPr lang="en-US" sz="1600" i="1">
                              <a:solidFill>
                                <a:srgbClr val="5F6060"/>
                              </a:solidFill>
                              <a:latin typeface="Cambria Math" panose="02040503050406030204" pitchFamily="18" charset="0"/>
                            </a:rPr>
                            <m:t>9.8</m:t>
                          </m:r>
                        </m:num>
                        <m:den>
                          <m:r>
                            <a:rPr lang="en-US" sz="1600" i="1">
                              <a:solidFill>
                                <a:srgbClr val="5F6060"/>
                              </a:solidFill>
                              <a:latin typeface="Cambria Math" panose="02040503050406030204" pitchFamily="18" charset="0"/>
                            </a:rPr>
                            <m:t>8</m:t>
                          </m:r>
                        </m:den>
                      </m:f>
                      <m:r>
                        <a:rPr lang="en-US" sz="1600" i="1">
                          <a:solidFill>
                            <a:srgbClr val="5F6060"/>
                          </a:solidFill>
                          <a:latin typeface="Cambria Math" panose="02040503050406030204" pitchFamily="18" charset="0"/>
                        </a:rPr>
                        <m:t>=</m:t>
                      </m:r>
                      <m:r>
                        <a:rPr lang="en-US" sz="1600" b="0" i="1" smtClean="0">
                          <a:solidFill>
                            <a:srgbClr val="5F6060"/>
                          </a:solidFill>
                          <a:latin typeface="Cambria Math" panose="02040503050406030204" pitchFamily="18" charset="0"/>
                        </a:rPr>
                        <m:t>78.4</m:t>
                      </m:r>
                      <m:r>
                        <a:rPr lang="en-US" sz="1600" i="1">
                          <a:solidFill>
                            <a:srgbClr val="5F6060"/>
                          </a:solidFill>
                          <a:latin typeface="Cambria Math" panose="02040503050406030204" pitchFamily="18" charset="0"/>
                        </a:rPr>
                        <m:t> </m:t>
                      </m:r>
                      <m:r>
                        <a:rPr lang="en-US" sz="1600" i="1">
                          <a:solidFill>
                            <a:srgbClr val="5F6060"/>
                          </a:solidFill>
                          <a:latin typeface="Cambria Math" panose="02040503050406030204" pitchFamily="18" charset="0"/>
                        </a:rPr>
                        <m:t>𝑚</m:t>
                      </m:r>
                    </m:oMath>
                  </m:oMathPara>
                </a14:m>
                <a:endParaRPr lang="en-US" sz="1600" dirty="0">
                  <a:solidFill>
                    <a:srgbClr val="5F6060"/>
                  </a:solidFill>
                </a:endParaRPr>
              </a:p>
              <a:p>
                <a:r>
                  <a:rPr lang="en-US" sz="1600" dirty="0">
                    <a:solidFill>
                      <a:srgbClr val="5F6060"/>
                    </a:solidFill>
                  </a:rPr>
                  <a:t>The answers match.</a:t>
                </a:r>
              </a:p>
            </p:txBody>
          </p:sp>
        </mc:Choice>
        <mc:Fallback xmlns="">
          <p:sp>
            <p:nvSpPr>
              <p:cNvPr id="3" name="Content Placeholder 2">
                <a:extLst>
                  <a:ext uri="{FF2B5EF4-FFF2-40B4-BE49-F238E27FC236}">
                    <a16:creationId xmlns:a16="http://schemas.microsoft.com/office/drawing/2014/main" id="{E212F4C2-42D2-79BE-285A-B8D001D43798}"/>
                  </a:ext>
                </a:extLst>
              </p:cNvPr>
              <p:cNvSpPr>
                <a:spLocks noGrp="1" noRot="1" noChangeAspect="1" noMove="1" noResize="1" noEditPoints="1" noAdjustHandles="1" noChangeArrowheads="1" noChangeShapeType="1" noTextEdit="1"/>
              </p:cNvSpPr>
              <p:nvPr>
                <p:ph idx="1"/>
              </p:nvPr>
            </p:nvSpPr>
            <p:spPr>
              <a:xfrm>
                <a:off x="457200" y="2130552"/>
                <a:ext cx="8229600" cy="4059936"/>
              </a:xfrm>
              <a:blipFill>
                <a:blip r:embed="rId2"/>
                <a:stretch>
                  <a:fillRect l="-296" r="-296" b="-300"/>
                </a:stretch>
              </a:blipFill>
            </p:spPr>
            <p:txBody>
              <a:bodyPr/>
              <a:lstStyle/>
              <a:p>
                <a:r>
                  <a:rPr lang="en-US">
                    <a:noFill/>
                  </a:rPr>
                  <a:t> </a:t>
                </a:r>
              </a:p>
            </p:txBody>
          </p:sp>
        </mc:Fallback>
      </mc:AlternateContent>
    </p:spTree>
    <p:extLst>
      <p:ext uri="{BB962C8B-B14F-4D97-AF65-F5344CB8AC3E}">
        <p14:creationId xmlns:p14="http://schemas.microsoft.com/office/powerpoint/2010/main" val="2883705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57C96-AD2E-622D-7792-CD8EF3E0C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E7F1C-24DC-3A06-EF17-59A4DD858298}"/>
              </a:ext>
            </a:extLst>
          </p:cNvPr>
          <p:cNvSpPr>
            <a:spLocks noGrp="1"/>
          </p:cNvSpPr>
          <p:nvPr>
            <p:ph type="title"/>
          </p:nvPr>
        </p:nvSpPr>
        <p:spPr>
          <a:xfrm>
            <a:off x="457200" y="1685617"/>
            <a:ext cx="6830568" cy="481511"/>
          </a:xfrm>
        </p:spPr>
        <p:txBody>
          <a:bodyPr>
            <a:normAutofit/>
          </a:bodyPr>
          <a:lstStyle/>
          <a:p>
            <a:r>
              <a:rPr lang="en-US" dirty="0"/>
              <a:t>Hardware Architecture</a:t>
            </a:r>
            <a:r>
              <a:rPr lang="en-US"/>
              <a:t>: FCB [3], </a:t>
            </a:r>
            <a:r>
              <a:rPr lang="en-US" dirty="0"/>
              <a:t>Range, and K1-K4</a:t>
            </a:r>
          </a:p>
        </p:txBody>
      </p:sp>
      <p:sp>
        <p:nvSpPr>
          <p:cNvPr id="46" name="TextBox 45">
            <a:extLst>
              <a:ext uri="{FF2B5EF4-FFF2-40B4-BE49-F238E27FC236}">
                <a16:creationId xmlns:a16="http://schemas.microsoft.com/office/drawing/2014/main" id="{29C840F4-0FCE-A313-D202-112F8B8B9422}"/>
              </a:ext>
            </a:extLst>
          </p:cNvPr>
          <p:cNvSpPr txBox="1"/>
          <p:nvPr/>
        </p:nvSpPr>
        <p:spPr>
          <a:xfrm>
            <a:off x="1881393" y="2755750"/>
            <a:ext cx="418961" cy="276999"/>
          </a:xfrm>
          <a:prstGeom prst="rect">
            <a:avLst/>
          </a:prstGeom>
          <a:noFill/>
        </p:spPr>
        <p:txBody>
          <a:bodyPr wrap="none" rtlCol="0">
            <a:spAutoFit/>
          </a:bodyPr>
          <a:lstStyle/>
          <a:p>
            <a:r>
              <a:rPr lang="en-US" sz="1200" dirty="0"/>
              <a:t>FCB</a:t>
            </a:r>
          </a:p>
        </p:txBody>
      </p:sp>
      <p:grpSp>
        <p:nvGrpSpPr>
          <p:cNvPr id="74" name="Group 73">
            <a:extLst>
              <a:ext uri="{FF2B5EF4-FFF2-40B4-BE49-F238E27FC236}">
                <a16:creationId xmlns:a16="http://schemas.microsoft.com/office/drawing/2014/main" id="{A3454108-9C4A-0E03-3899-B703E36BFDC9}"/>
              </a:ext>
            </a:extLst>
          </p:cNvPr>
          <p:cNvGrpSpPr/>
          <p:nvPr/>
        </p:nvGrpSpPr>
        <p:grpSpPr>
          <a:xfrm>
            <a:off x="588381" y="4488747"/>
            <a:ext cx="2745949" cy="972727"/>
            <a:chOff x="1240864" y="4559393"/>
            <a:chExt cx="2745949" cy="972727"/>
          </a:xfrm>
        </p:grpSpPr>
        <p:sp>
          <p:nvSpPr>
            <p:cNvPr id="53" name="Rectangle 52">
              <a:extLst>
                <a:ext uri="{FF2B5EF4-FFF2-40B4-BE49-F238E27FC236}">
                  <a16:creationId xmlns:a16="http://schemas.microsoft.com/office/drawing/2014/main" id="{68BEA23C-CE41-59BA-5F71-13BEEF8A7DD2}"/>
                </a:ext>
              </a:extLst>
            </p:cNvPr>
            <p:cNvSpPr/>
            <p:nvPr/>
          </p:nvSpPr>
          <p:spPr>
            <a:xfrm>
              <a:off x="1787594" y="4559393"/>
              <a:ext cx="2199219" cy="97272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7E2F38B6-CBA6-DA8A-DBF1-B27D102A8EB5}"/>
                </a:ext>
              </a:extLst>
            </p:cNvPr>
            <p:cNvSpPr>
              <a:spLocks/>
            </p:cNvSpPr>
            <p:nvPr/>
          </p:nvSpPr>
          <p:spPr>
            <a:xfrm>
              <a:off x="2216226" y="4811195"/>
              <a:ext cx="534954"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MUL</a:t>
              </a:r>
            </a:p>
          </p:txBody>
        </p:sp>
        <p:sp>
          <p:nvSpPr>
            <p:cNvPr id="55" name="Rectangle 54">
              <a:extLst>
                <a:ext uri="{FF2B5EF4-FFF2-40B4-BE49-F238E27FC236}">
                  <a16:creationId xmlns:a16="http://schemas.microsoft.com/office/drawing/2014/main" id="{3E83FC21-254A-DCC5-B305-E820246FE28E}"/>
                </a:ext>
              </a:extLst>
            </p:cNvPr>
            <p:cNvSpPr>
              <a:spLocks/>
            </p:cNvSpPr>
            <p:nvPr/>
          </p:nvSpPr>
          <p:spPr>
            <a:xfrm>
              <a:off x="3330687" y="4811195"/>
              <a:ext cx="461802"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DIV</a:t>
              </a:r>
            </a:p>
          </p:txBody>
        </p:sp>
        <p:sp>
          <p:nvSpPr>
            <p:cNvPr id="59" name="TextBox 58">
              <a:extLst>
                <a:ext uri="{FF2B5EF4-FFF2-40B4-BE49-F238E27FC236}">
                  <a16:creationId xmlns:a16="http://schemas.microsoft.com/office/drawing/2014/main" id="{89AA9797-F395-A681-B1E0-F1504E1FAF6D}"/>
                </a:ext>
              </a:extLst>
            </p:cNvPr>
            <p:cNvSpPr txBox="1">
              <a:spLocks/>
            </p:cNvSpPr>
            <p:nvPr/>
          </p:nvSpPr>
          <p:spPr>
            <a:xfrm>
              <a:off x="2903454" y="4957401"/>
              <a:ext cx="245580" cy="246221"/>
            </a:xfrm>
            <a:prstGeom prst="rect">
              <a:avLst/>
            </a:prstGeom>
            <a:noFill/>
          </p:spPr>
          <p:txBody>
            <a:bodyPr wrap="none" rtlCol="0">
              <a:spAutoFit/>
            </a:bodyPr>
            <a:lstStyle/>
            <a:p>
              <a:r>
                <a:rPr lang="en-US" sz="1000" dirty="0"/>
                <a:t>g</a:t>
              </a:r>
            </a:p>
          </p:txBody>
        </p:sp>
        <p:cxnSp>
          <p:nvCxnSpPr>
            <p:cNvPr id="60" name="Straight Arrow Connector 59">
              <a:extLst>
                <a:ext uri="{FF2B5EF4-FFF2-40B4-BE49-F238E27FC236}">
                  <a16:creationId xmlns:a16="http://schemas.microsoft.com/office/drawing/2014/main" id="{EE885F69-26CE-8968-61C6-ADB97C678BA7}"/>
                </a:ext>
              </a:extLst>
            </p:cNvPr>
            <p:cNvCxnSpPr>
              <a:cxnSpLocks/>
            </p:cNvCxnSpPr>
            <p:nvPr/>
          </p:nvCxnSpPr>
          <p:spPr>
            <a:xfrm>
              <a:off x="3179811" y="5080512"/>
              <a:ext cx="15087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1" name="TextBox 60">
              <a:extLst>
                <a:ext uri="{FF2B5EF4-FFF2-40B4-BE49-F238E27FC236}">
                  <a16:creationId xmlns:a16="http://schemas.microsoft.com/office/drawing/2014/main" id="{6F6B396F-E01B-2B31-67AD-926E04DA8336}"/>
                </a:ext>
              </a:extLst>
            </p:cNvPr>
            <p:cNvSpPr txBox="1">
              <a:spLocks/>
            </p:cNvSpPr>
            <p:nvPr/>
          </p:nvSpPr>
          <p:spPr>
            <a:xfrm>
              <a:off x="1787595" y="4957401"/>
              <a:ext cx="250390" cy="246221"/>
            </a:xfrm>
            <a:prstGeom prst="rect">
              <a:avLst/>
            </a:prstGeom>
            <a:noFill/>
          </p:spPr>
          <p:txBody>
            <a:bodyPr wrap="none" rtlCol="0">
              <a:spAutoFit/>
            </a:bodyPr>
            <a:lstStyle/>
            <a:p>
              <a:r>
                <a:rPr lang="en-US" sz="1000" dirty="0"/>
                <a:t>2</a:t>
              </a:r>
            </a:p>
          </p:txBody>
        </p:sp>
        <p:cxnSp>
          <p:nvCxnSpPr>
            <p:cNvPr id="62" name="Straight Arrow Connector 61">
              <a:extLst>
                <a:ext uri="{FF2B5EF4-FFF2-40B4-BE49-F238E27FC236}">
                  <a16:creationId xmlns:a16="http://schemas.microsoft.com/office/drawing/2014/main" id="{3628EBC2-7CED-7174-20C0-B3765CD76754}"/>
                </a:ext>
              </a:extLst>
            </p:cNvPr>
            <p:cNvCxnSpPr>
              <a:cxnSpLocks/>
            </p:cNvCxnSpPr>
            <p:nvPr/>
          </p:nvCxnSpPr>
          <p:spPr>
            <a:xfrm>
              <a:off x="2063952" y="5080512"/>
              <a:ext cx="15087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3" name="TextBox 62">
              <a:extLst>
                <a:ext uri="{FF2B5EF4-FFF2-40B4-BE49-F238E27FC236}">
                  <a16:creationId xmlns:a16="http://schemas.microsoft.com/office/drawing/2014/main" id="{F3C1F46A-DC56-854F-7E26-698CEA15752F}"/>
                </a:ext>
              </a:extLst>
            </p:cNvPr>
            <p:cNvSpPr txBox="1">
              <a:spLocks/>
            </p:cNvSpPr>
            <p:nvPr/>
          </p:nvSpPr>
          <p:spPr>
            <a:xfrm>
              <a:off x="1240864" y="4758398"/>
              <a:ext cx="444352" cy="246221"/>
            </a:xfrm>
            <a:prstGeom prst="rect">
              <a:avLst/>
            </a:prstGeom>
            <a:noFill/>
          </p:spPr>
          <p:txBody>
            <a:bodyPr wrap="none" rtlCol="0">
              <a:spAutoFit/>
            </a:bodyPr>
            <a:lstStyle/>
            <a:p>
              <a:r>
                <a:rPr lang="en-US" sz="1000" dirty="0"/>
                <a:t>V_0y</a:t>
              </a:r>
            </a:p>
          </p:txBody>
        </p:sp>
        <p:cxnSp>
          <p:nvCxnSpPr>
            <p:cNvPr id="65" name="Straight Arrow Connector 64">
              <a:extLst>
                <a:ext uri="{FF2B5EF4-FFF2-40B4-BE49-F238E27FC236}">
                  <a16:creationId xmlns:a16="http://schemas.microsoft.com/office/drawing/2014/main" id="{D4130354-08AA-25BF-24D9-F40268B5181B}"/>
                </a:ext>
              </a:extLst>
            </p:cNvPr>
            <p:cNvCxnSpPr>
              <a:cxnSpLocks/>
              <a:stCxn id="63" idx="3"/>
            </p:cNvCxnSpPr>
            <p:nvPr/>
          </p:nvCxnSpPr>
          <p:spPr>
            <a:xfrm>
              <a:off x="1685216" y="4881509"/>
              <a:ext cx="529612" cy="31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2" name="Straight Arrow Connector 71">
              <a:extLst>
                <a:ext uri="{FF2B5EF4-FFF2-40B4-BE49-F238E27FC236}">
                  <a16:creationId xmlns:a16="http://schemas.microsoft.com/office/drawing/2014/main" id="{19E32530-5367-EC4A-33AB-AC2BBB7FD556}"/>
                </a:ext>
              </a:extLst>
            </p:cNvPr>
            <p:cNvCxnSpPr>
              <a:cxnSpLocks/>
            </p:cNvCxnSpPr>
            <p:nvPr/>
          </p:nvCxnSpPr>
          <p:spPr>
            <a:xfrm>
              <a:off x="2751180" y="4913938"/>
              <a:ext cx="57950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75" name="TextBox 74">
            <a:extLst>
              <a:ext uri="{FF2B5EF4-FFF2-40B4-BE49-F238E27FC236}">
                <a16:creationId xmlns:a16="http://schemas.microsoft.com/office/drawing/2014/main" id="{27CB706B-EECA-1286-9753-DFF037684153}"/>
              </a:ext>
            </a:extLst>
          </p:cNvPr>
          <p:cNvSpPr txBox="1"/>
          <p:nvPr/>
        </p:nvSpPr>
        <p:spPr>
          <a:xfrm>
            <a:off x="2041490" y="4218744"/>
            <a:ext cx="569708" cy="276999"/>
          </a:xfrm>
          <a:prstGeom prst="rect">
            <a:avLst/>
          </a:prstGeom>
          <a:noFill/>
        </p:spPr>
        <p:txBody>
          <a:bodyPr wrap="none" rtlCol="0">
            <a:spAutoFit/>
          </a:bodyPr>
          <a:lstStyle/>
          <a:p>
            <a:r>
              <a:rPr lang="en-US" sz="1200" dirty="0"/>
              <a:t>Range</a:t>
            </a:r>
          </a:p>
        </p:txBody>
      </p:sp>
      <p:cxnSp>
        <p:nvCxnSpPr>
          <p:cNvPr id="77" name="Straight Arrow Connector 76">
            <a:extLst>
              <a:ext uri="{FF2B5EF4-FFF2-40B4-BE49-F238E27FC236}">
                <a16:creationId xmlns:a16="http://schemas.microsoft.com/office/drawing/2014/main" id="{0E74108F-3E86-3316-2F57-434A252F9E78}"/>
              </a:ext>
            </a:extLst>
          </p:cNvPr>
          <p:cNvCxnSpPr>
            <a:cxnSpLocks/>
            <a:stCxn id="55" idx="3"/>
          </p:cNvCxnSpPr>
          <p:nvPr/>
        </p:nvCxnSpPr>
        <p:spPr>
          <a:xfrm>
            <a:off x="3140006" y="4921143"/>
            <a:ext cx="32550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8" name="TextBox 77">
            <a:extLst>
              <a:ext uri="{FF2B5EF4-FFF2-40B4-BE49-F238E27FC236}">
                <a16:creationId xmlns:a16="http://schemas.microsoft.com/office/drawing/2014/main" id="{26D3997E-D640-E9CE-D494-C04EAEE4E410}"/>
              </a:ext>
            </a:extLst>
          </p:cNvPr>
          <p:cNvSpPr txBox="1"/>
          <p:nvPr/>
        </p:nvSpPr>
        <p:spPr>
          <a:xfrm>
            <a:off x="3439686" y="4783149"/>
            <a:ext cx="247184" cy="246221"/>
          </a:xfrm>
          <a:prstGeom prst="rect">
            <a:avLst/>
          </a:prstGeom>
          <a:noFill/>
        </p:spPr>
        <p:txBody>
          <a:bodyPr wrap="none" rtlCol="0">
            <a:spAutoFit/>
          </a:bodyPr>
          <a:lstStyle/>
          <a:p>
            <a:r>
              <a:rPr lang="en-US" sz="1000" dirty="0"/>
              <a:t>T</a:t>
            </a:r>
          </a:p>
        </p:txBody>
      </p:sp>
      <p:grpSp>
        <p:nvGrpSpPr>
          <p:cNvPr id="82" name="Group 81">
            <a:extLst>
              <a:ext uri="{FF2B5EF4-FFF2-40B4-BE49-F238E27FC236}">
                <a16:creationId xmlns:a16="http://schemas.microsoft.com/office/drawing/2014/main" id="{FAB59770-1AF5-147B-4BF3-98078ACC4FEE}"/>
              </a:ext>
            </a:extLst>
          </p:cNvPr>
          <p:cNvGrpSpPr/>
          <p:nvPr/>
        </p:nvGrpSpPr>
        <p:grpSpPr>
          <a:xfrm>
            <a:off x="676593" y="3001971"/>
            <a:ext cx="3148577" cy="854057"/>
            <a:chOff x="676593" y="3001971"/>
            <a:chExt cx="3148577" cy="854057"/>
          </a:xfrm>
        </p:grpSpPr>
        <p:sp>
          <p:nvSpPr>
            <p:cNvPr id="5" name="Rectangle 4">
              <a:extLst>
                <a:ext uri="{FF2B5EF4-FFF2-40B4-BE49-F238E27FC236}">
                  <a16:creationId xmlns:a16="http://schemas.microsoft.com/office/drawing/2014/main" id="{F25394E2-7743-723E-538B-34D4223B8E21}"/>
                </a:ext>
              </a:extLst>
            </p:cNvPr>
            <p:cNvSpPr>
              <a:spLocks/>
            </p:cNvSpPr>
            <p:nvPr/>
          </p:nvSpPr>
          <p:spPr>
            <a:xfrm>
              <a:off x="1191043" y="3001971"/>
              <a:ext cx="1881342" cy="8540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rgbClr val="5F6060"/>
                </a:solidFill>
              </a:endParaRPr>
            </a:p>
          </p:txBody>
        </p:sp>
        <p:sp>
          <p:nvSpPr>
            <p:cNvPr id="14" name="Rectangle 13">
              <a:extLst>
                <a:ext uri="{FF2B5EF4-FFF2-40B4-BE49-F238E27FC236}">
                  <a16:creationId xmlns:a16="http://schemas.microsoft.com/office/drawing/2014/main" id="{7D058E30-1503-A6F0-9A1A-88B7D08DAAB5}"/>
                </a:ext>
              </a:extLst>
            </p:cNvPr>
            <p:cNvSpPr>
              <a:spLocks/>
            </p:cNvSpPr>
            <p:nvPr/>
          </p:nvSpPr>
          <p:spPr>
            <a:xfrm>
              <a:off x="1613916" y="3379730"/>
              <a:ext cx="534954"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MUL</a:t>
              </a:r>
            </a:p>
          </p:txBody>
        </p:sp>
        <p:sp>
          <p:nvSpPr>
            <p:cNvPr id="15" name="Rectangle 14">
              <a:extLst>
                <a:ext uri="{FF2B5EF4-FFF2-40B4-BE49-F238E27FC236}">
                  <a16:creationId xmlns:a16="http://schemas.microsoft.com/office/drawing/2014/main" id="{1E779577-C356-B2E7-7A34-5431B6135036}"/>
                </a:ext>
              </a:extLst>
            </p:cNvPr>
            <p:cNvSpPr>
              <a:spLocks/>
            </p:cNvSpPr>
            <p:nvPr/>
          </p:nvSpPr>
          <p:spPr>
            <a:xfrm>
              <a:off x="2402571" y="3098886"/>
              <a:ext cx="461802"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SUB</a:t>
              </a:r>
            </a:p>
          </p:txBody>
        </p:sp>
        <p:sp>
          <p:nvSpPr>
            <p:cNvPr id="29" name="TextBox 28">
              <a:extLst>
                <a:ext uri="{FF2B5EF4-FFF2-40B4-BE49-F238E27FC236}">
                  <a16:creationId xmlns:a16="http://schemas.microsoft.com/office/drawing/2014/main" id="{3F839016-365F-B0C2-E491-D7FE51AC161A}"/>
                </a:ext>
              </a:extLst>
            </p:cNvPr>
            <p:cNvSpPr txBox="1">
              <a:spLocks/>
            </p:cNvSpPr>
            <p:nvPr/>
          </p:nvSpPr>
          <p:spPr>
            <a:xfrm>
              <a:off x="760925" y="3338295"/>
              <a:ext cx="256802" cy="246221"/>
            </a:xfrm>
            <a:prstGeom prst="rect">
              <a:avLst/>
            </a:prstGeom>
            <a:noFill/>
          </p:spPr>
          <p:txBody>
            <a:bodyPr wrap="none" rtlCol="0">
              <a:spAutoFit/>
            </a:bodyPr>
            <a:lstStyle/>
            <a:p>
              <a:r>
                <a:rPr lang="en-US" sz="1000" dirty="0" err="1"/>
                <a:t>ti</a:t>
              </a:r>
              <a:endParaRPr lang="en-US" sz="1000" dirty="0"/>
            </a:p>
          </p:txBody>
        </p:sp>
        <p:cxnSp>
          <p:nvCxnSpPr>
            <p:cNvPr id="32" name="Connector: Elbow 31">
              <a:extLst>
                <a:ext uri="{FF2B5EF4-FFF2-40B4-BE49-F238E27FC236}">
                  <a16:creationId xmlns:a16="http://schemas.microsoft.com/office/drawing/2014/main" id="{4A319B7C-5002-ADF4-6BFE-39C6D8744043}"/>
                </a:ext>
              </a:extLst>
            </p:cNvPr>
            <p:cNvCxnSpPr>
              <a:cxnSpLocks/>
              <a:stCxn id="14" idx="3"/>
            </p:cNvCxnSpPr>
            <p:nvPr/>
          </p:nvCxnSpPr>
          <p:spPr>
            <a:xfrm flipV="1">
              <a:off x="2148870" y="3401731"/>
              <a:ext cx="253701" cy="158593"/>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33" name="TextBox 32">
              <a:extLst>
                <a:ext uri="{FF2B5EF4-FFF2-40B4-BE49-F238E27FC236}">
                  <a16:creationId xmlns:a16="http://schemas.microsoft.com/office/drawing/2014/main" id="{91389D46-D9F7-70DE-65B0-10C63BEA0833}"/>
                </a:ext>
              </a:extLst>
            </p:cNvPr>
            <p:cNvSpPr txBox="1">
              <a:spLocks/>
            </p:cNvSpPr>
            <p:nvPr/>
          </p:nvSpPr>
          <p:spPr>
            <a:xfrm>
              <a:off x="676593" y="3072691"/>
              <a:ext cx="444352" cy="246221"/>
            </a:xfrm>
            <a:prstGeom prst="rect">
              <a:avLst/>
            </a:prstGeom>
            <a:noFill/>
          </p:spPr>
          <p:txBody>
            <a:bodyPr wrap="none" rtlCol="0">
              <a:spAutoFit/>
            </a:bodyPr>
            <a:lstStyle/>
            <a:p>
              <a:r>
                <a:rPr lang="en-US" sz="1000" dirty="0"/>
                <a:t>V_0y</a:t>
              </a:r>
            </a:p>
          </p:txBody>
        </p:sp>
        <p:cxnSp>
          <p:nvCxnSpPr>
            <p:cNvPr id="35" name="Connector: Elbow 34">
              <a:extLst>
                <a:ext uri="{FF2B5EF4-FFF2-40B4-BE49-F238E27FC236}">
                  <a16:creationId xmlns:a16="http://schemas.microsoft.com/office/drawing/2014/main" id="{91BACA75-239A-3D7D-6076-9C961ACA5215}"/>
                </a:ext>
              </a:extLst>
            </p:cNvPr>
            <p:cNvCxnSpPr>
              <a:cxnSpLocks/>
              <a:stCxn id="33" idx="3"/>
            </p:cNvCxnSpPr>
            <p:nvPr/>
          </p:nvCxnSpPr>
          <p:spPr>
            <a:xfrm flipV="1">
              <a:off x="1120945" y="3195801"/>
              <a:ext cx="1281626" cy="1"/>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
          <p:nvSpPr>
            <p:cNvPr id="38" name="TextBox 37">
              <a:extLst>
                <a:ext uri="{FF2B5EF4-FFF2-40B4-BE49-F238E27FC236}">
                  <a16:creationId xmlns:a16="http://schemas.microsoft.com/office/drawing/2014/main" id="{803A746A-4867-148E-ADD0-FABEEBDC0819}"/>
                </a:ext>
              </a:extLst>
            </p:cNvPr>
            <p:cNvSpPr txBox="1">
              <a:spLocks/>
            </p:cNvSpPr>
            <p:nvPr/>
          </p:nvSpPr>
          <p:spPr>
            <a:xfrm>
              <a:off x="1186683" y="3524841"/>
              <a:ext cx="245580" cy="246221"/>
            </a:xfrm>
            <a:prstGeom prst="rect">
              <a:avLst/>
            </a:prstGeom>
            <a:noFill/>
          </p:spPr>
          <p:txBody>
            <a:bodyPr wrap="none" rtlCol="0">
              <a:spAutoFit/>
            </a:bodyPr>
            <a:lstStyle/>
            <a:p>
              <a:r>
                <a:rPr lang="en-US" sz="1000" dirty="0"/>
                <a:t>g</a:t>
              </a:r>
            </a:p>
          </p:txBody>
        </p:sp>
        <p:cxnSp>
          <p:nvCxnSpPr>
            <p:cNvPr id="40" name="Straight Arrow Connector 39">
              <a:extLst>
                <a:ext uri="{FF2B5EF4-FFF2-40B4-BE49-F238E27FC236}">
                  <a16:creationId xmlns:a16="http://schemas.microsoft.com/office/drawing/2014/main" id="{0029551B-E95C-2AE5-D6FE-9E32770A154D}"/>
                </a:ext>
              </a:extLst>
            </p:cNvPr>
            <p:cNvCxnSpPr>
              <a:cxnSpLocks/>
            </p:cNvCxnSpPr>
            <p:nvPr/>
          </p:nvCxnSpPr>
          <p:spPr>
            <a:xfrm>
              <a:off x="1463040" y="3647952"/>
              <a:ext cx="15087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10C2EDDE-632F-B495-A0B8-EA1E137741B6}"/>
                </a:ext>
              </a:extLst>
            </p:cNvPr>
            <p:cNvCxnSpPr>
              <a:cxnSpLocks/>
              <a:stCxn id="29" idx="3"/>
            </p:cNvCxnSpPr>
            <p:nvPr/>
          </p:nvCxnSpPr>
          <p:spPr>
            <a:xfrm flipV="1">
              <a:off x="1017727" y="3455929"/>
              <a:ext cx="596189" cy="54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0" name="Straight Arrow Connector 79">
              <a:extLst>
                <a:ext uri="{FF2B5EF4-FFF2-40B4-BE49-F238E27FC236}">
                  <a16:creationId xmlns:a16="http://schemas.microsoft.com/office/drawing/2014/main" id="{06710D53-0776-A92A-8CB9-7E9838FB0E5E}"/>
                </a:ext>
              </a:extLst>
            </p:cNvPr>
            <p:cNvCxnSpPr>
              <a:cxnSpLocks/>
              <a:stCxn id="15" idx="3"/>
              <a:endCxn id="81" idx="1"/>
            </p:cNvCxnSpPr>
            <p:nvPr/>
          </p:nvCxnSpPr>
          <p:spPr>
            <a:xfrm>
              <a:off x="2864373" y="3279480"/>
              <a:ext cx="4699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1" name="TextBox 80">
              <a:extLst>
                <a:ext uri="{FF2B5EF4-FFF2-40B4-BE49-F238E27FC236}">
                  <a16:creationId xmlns:a16="http://schemas.microsoft.com/office/drawing/2014/main" id="{37012BA2-1DF3-D28A-5656-9CD76E2504DB}"/>
                </a:ext>
              </a:extLst>
            </p:cNvPr>
            <p:cNvSpPr txBox="1">
              <a:spLocks/>
            </p:cNvSpPr>
            <p:nvPr/>
          </p:nvSpPr>
          <p:spPr>
            <a:xfrm>
              <a:off x="3334330" y="3156369"/>
              <a:ext cx="490840" cy="246221"/>
            </a:xfrm>
            <a:prstGeom prst="rect">
              <a:avLst/>
            </a:prstGeom>
            <a:noFill/>
          </p:spPr>
          <p:txBody>
            <a:bodyPr wrap="none" rtlCol="0">
              <a:spAutoFit/>
            </a:bodyPr>
            <a:lstStyle/>
            <a:p>
              <a:r>
                <a:rPr lang="en-US" sz="1000" dirty="0"/>
                <a:t>f(</a:t>
              </a:r>
              <a:r>
                <a:rPr lang="en-US" sz="1000" dirty="0" err="1"/>
                <a:t>ti,yi</a:t>
              </a:r>
              <a:r>
                <a:rPr lang="en-US" sz="1000" dirty="0"/>
                <a:t>)</a:t>
              </a:r>
            </a:p>
          </p:txBody>
        </p:sp>
      </p:grpSp>
      <p:sp>
        <p:nvSpPr>
          <p:cNvPr id="85" name="Rectangle 84">
            <a:extLst>
              <a:ext uri="{FF2B5EF4-FFF2-40B4-BE49-F238E27FC236}">
                <a16:creationId xmlns:a16="http://schemas.microsoft.com/office/drawing/2014/main" id="{FD953981-3DFD-E9FA-179D-C0061CBF3B75}"/>
              </a:ext>
            </a:extLst>
          </p:cNvPr>
          <p:cNvSpPr>
            <a:spLocks/>
          </p:cNvSpPr>
          <p:nvPr/>
        </p:nvSpPr>
        <p:spPr>
          <a:xfrm>
            <a:off x="5221169" y="2615135"/>
            <a:ext cx="1881341" cy="58066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rgbClr val="5F6060"/>
              </a:solidFill>
            </a:endParaRPr>
          </a:p>
        </p:txBody>
      </p:sp>
      <p:sp>
        <p:nvSpPr>
          <p:cNvPr id="86" name="Rectangle 85">
            <a:extLst>
              <a:ext uri="{FF2B5EF4-FFF2-40B4-BE49-F238E27FC236}">
                <a16:creationId xmlns:a16="http://schemas.microsoft.com/office/drawing/2014/main" id="{5D523F19-01E0-0E9E-4212-53563BF0D137}"/>
              </a:ext>
            </a:extLst>
          </p:cNvPr>
          <p:cNvSpPr>
            <a:spLocks/>
          </p:cNvSpPr>
          <p:nvPr/>
        </p:nvSpPr>
        <p:spPr>
          <a:xfrm>
            <a:off x="5453115" y="2730596"/>
            <a:ext cx="461802"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FCB</a:t>
            </a:r>
          </a:p>
        </p:txBody>
      </p:sp>
      <p:sp>
        <p:nvSpPr>
          <p:cNvPr id="88" name="TextBox 87">
            <a:extLst>
              <a:ext uri="{FF2B5EF4-FFF2-40B4-BE49-F238E27FC236}">
                <a16:creationId xmlns:a16="http://schemas.microsoft.com/office/drawing/2014/main" id="{DC8C8B09-91F2-FF79-4B8B-31F18529CB72}"/>
              </a:ext>
            </a:extLst>
          </p:cNvPr>
          <p:cNvSpPr txBox="1">
            <a:spLocks/>
          </p:cNvSpPr>
          <p:nvPr/>
        </p:nvSpPr>
        <p:spPr>
          <a:xfrm>
            <a:off x="4840496" y="2788079"/>
            <a:ext cx="257571" cy="246221"/>
          </a:xfrm>
          <a:prstGeom prst="rect">
            <a:avLst/>
          </a:prstGeom>
          <a:noFill/>
        </p:spPr>
        <p:txBody>
          <a:bodyPr wrap="square" rtlCol="0">
            <a:spAutoFit/>
          </a:bodyPr>
          <a:lstStyle/>
          <a:p>
            <a:r>
              <a:rPr lang="en-US" sz="1000" dirty="0" err="1"/>
              <a:t>ti</a:t>
            </a:r>
            <a:endParaRPr lang="en-US" sz="1000" dirty="0"/>
          </a:p>
        </p:txBody>
      </p:sp>
      <p:cxnSp>
        <p:nvCxnSpPr>
          <p:cNvPr id="90" name="Straight Arrow Connector 89">
            <a:extLst>
              <a:ext uri="{FF2B5EF4-FFF2-40B4-BE49-F238E27FC236}">
                <a16:creationId xmlns:a16="http://schemas.microsoft.com/office/drawing/2014/main" id="{231EEDE8-9360-3FF0-3A23-33461C485108}"/>
              </a:ext>
            </a:extLst>
          </p:cNvPr>
          <p:cNvCxnSpPr>
            <a:cxnSpLocks/>
            <a:stCxn id="88" idx="3"/>
            <a:endCxn id="86" idx="1"/>
          </p:cNvCxnSpPr>
          <p:nvPr/>
        </p:nvCxnSpPr>
        <p:spPr>
          <a:xfrm>
            <a:off x="5098067" y="2911190"/>
            <a:ext cx="35504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1" name="Rectangle 90">
            <a:extLst>
              <a:ext uri="{FF2B5EF4-FFF2-40B4-BE49-F238E27FC236}">
                <a16:creationId xmlns:a16="http://schemas.microsoft.com/office/drawing/2014/main" id="{2C4A1E56-EBDF-69BC-97C3-1AD86E962069}"/>
              </a:ext>
            </a:extLst>
          </p:cNvPr>
          <p:cNvSpPr>
            <a:spLocks/>
          </p:cNvSpPr>
          <p:nvPr/>
        </p:nvSpPr>
        <p:spPr>
          <a:xfrm>
            <a:off x="6399519" y="2730595"/>
            <a:ext cx="534954"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MUL</a:t>
            </a:r>
          </a:p>
        </p:txBody>
      </p:sp>
      <p:sp>
        <p:nvSpPr>
          <p:cNvPr id="92" name="TextBox 91">
            <a:extLst>
              <a:ext uri="{FF2B5EF4-FFF2-40B4-BE49-F238E27FC236}">
                <a16:creationId xmlns:a16="http://schemas.microsoft.com/office/drawing/2014/main" id="{655D08DE-9DC3-379C-3987-A9A4FAF35ABF}"/>
              </a:ext>
            </a:extLst>
          </p:cNvPr>
          <p:cNvSpPr txBox="1">
            <a:spLocks/>
          </p:cNvSpPr>
          <p:nvPr/>
        </p:nvSpPr>
        <p:spPr>
          <a:xfrm>
            <a:off x="5974293" y="2911189"/>
            <a:ext cx="251992" cy="246221"/>
          </a:xfrm>
          <a:prstGeom prst="rect">
            <a:avLst/>
          </a:prstGeom>
          <a:noFill/>
        </p:spPr>
        <p:txBody>
          <a:bodyPr wrap="none" rtlCol="0">
            <a:spAutoFit/>
          </a:bodyPr>
          <a:lstStyle/>
          <a:p>
            <a:r>
              <a:rPr lang="en-US" sz="1000" dirty="0"/>
              <a:t>h</a:t>
            </a:r>
          </a:p>
        </p:txBody>
      </p:sp>
      <p:cxnSp>
        <p:nvCxnSpPr>
          <p:cNvPr id="93" name="Straight Arrow Connector 92">
            <a:extLst>
              <a:ext uri="{FF2B5EF4-FFF2-40B4-BE49-F238E27FC236}">
                <a16:creationId xmlns:a16="http://schemas.microsoft.com/office/drawing/2014/main" id="{51895A59-7552-CFB0-7598-EFDC6DCBA74B}"/>
              </a:ext>
            </a:extLst>
          </p:cNvPr>
          <p:cNvCxnSpPr>
            <a:cxnSpLocks/>
          </p:cNvCxnSpPr>
          <p:nvPr/>
        </p:nvCxnSpPr>
        <p:spPr>
          <a:xfrm>
            <a:off x="6248643" y="3034300"/>
            <a:ext cx="15087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4" name="Straight Arrow Connector 93">
            <a:extLst>
              <a:ext uri="{FF2B5EF4-FFF2-40B4-BE49-F238E27FC236}">
                <a16:creationId xmlns:a16="http://schemas.microsoft.com/office/drawing/2014/main" id="{B99CE4AA-E0C5-CF5C-C7E4-3D8065F99549}"/>
              </a:ext>
            </a:extLst>
          </p:cNvPr>
          <p:cNvCxnSpPr>
            <a:cxnSpLocks/>
          </p:cNvCxnSpPr>
          <p:nvPr/>
        </p:nvCxnSpPr>
        <p:spPr>
          <a:xfrm>
            <a:off x="5914917" y="2788079"/>
            <a:ext cx="48460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9" name="TextBox 98">
            <a:extLst>
              <a:ext uri="{FF2B5EF4-FFF2-40B4-BE49-F238E27FC236}">
                <a16:creationId xmlns:a16="http://schemas.microsoft.com/office/drawing/2014/main" id="{B4013C55-A05B-5B10-73A1-0692150AA1A5}"/>
              </a:ext>
            </a:extLst>
          </p:cNvPr>
          <p:cNvSpPr txBox="1"/>
          <p:nvPr/>
        </p:nvSpPr>
        <p:spPr>
          <a:xfrm>
            <a:off x="5928607" y="2309394"/>
            <a:ext cx="343364" cy="276999"/>
          </a:xfrm>
          <a:prstGeom prst="rect">
            <a:avLst/>
          </a:prstGeom>
          <a:noFill/>
        </p:spPr>
        <p:txBody>
          <a:bodyPr wrap="none" rtlCol="0">
            <a:spAutoFit/>
          </a:bodyPr>
          <a:lstStyle/>
          <a:p>
            <a:r>
              <a:rPr lang="en-US" sz="1200" dirty="0"/>
              <a:t>K1</a:t>
            </a:r>
          </a:p>
        </p:txBody>
      </p:sp>
      <p:sp>
        <p:nvSpPr>
          <p:cNvPr id="100" name="Rectangle 99">
            <a:extLst>
              <a:ext uri="{FF2B5EF4-FFF2-40B4-BE49-F238E27FC236}">
                <a16:creationId xmlns:a16="http://schemas.microsoft.com/office/drawing/2014/main" id="{55F1600C-7929-007E-E642-64B3399C06CD}"/>
              </a:ext>
            </a:extLst>
          </p:cNvPr>
          <p:cNvSpPr>
            <a:spLocks/>
          </p:cNvSpPr>
          <p:nvPr/>
        </p:nvSpPr>
        <p:spPr>
          <a:xfrm>
            <a:off x="5221169" y="3644196"/>
            <a:ext cx="1881341" cy="58066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rgbClr val="5F6060"/>
              </a:solidFill>
            </a:endParaRPr>
          </a:p>
        </p:txBody>
      </p:sp>
      <p:sp>
        <p:nvSpPr>
          <p:cNvPr id="101" name="Rectangle 100">
            <a:extLst>
              <a:ext uri="{FF2B5EF4-FFF2-40B4-BE49-F238E27FC236}">
                <a16:creationId xmlns:a16="http://schemas.microsoft.com/office/drawing/2014/main" id="{2A134C0C-BAAF-E6AB-99F4-88801A767AD7}"/>
              </a:ext>
            </a:extLst>
          </p:cNvPr>
          <p:cNvSpPr>
            <a:spLocks/>
          </p:cNvSpPr>
          <p:nvPr/>
        </p:nvSpPr>
        <p:spPr>
          <a:xfrm>
            <a:off x="5453115" y="3759657"/>
            <a:ext cx="461802"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FCB</a:t>
            </a:r>
          </a:p>
        </p:txBody>
      </p:sp>
      <p:sp>
        <p:nvSpPr>
          <p:cNvPr id="102" name="TextBox 101">
            <a:extLst>
              <a:ext uri="{FF2B5EF4-FFF2-40B4-BE49-F238E27FC236}">
                <a16:creationId xmlns:a16="http://schemas.microsoft.com/office/drawing/2014/main" id="{9EF8C6C9-6D0C-2611-F2F6-F429C0C35173}"/>
              </a:ext>
            </a:extLst>
          </p:cNvPr>
          <p:cNvSpPr txBox="1">
            <a:spLocks/>
          </p:cNvSpPr>
          <p:nvPr/>
        </p:nvSpPr>
        <p:spPr>
          <a:xfrm>
            <a:off x="4576890" y="3817140"/>
            <a:ext cx="521178" cy="246221"/>
          </a:xfrm>
          <a:prstGeom prst="rect">
            <a:avLst/>
          </a:prstGeom>
          <a:noFill/>
        </p:spPr>
        <p:txBody>
          <a:bodyPr wrap="square" rtlCol="0">
            <a:spAutoFit/>
          </a:bodyPr>
          <a:lstStyle/>
          <a:p>
            <a:r>
              <a:rPr lang="en-US" sz="1000" dirty="0" err="1"/>
              <a:t>ti+h</a:t>
            </a:r>
            <a:r>
              <a:rPr lang="en-US" sz="1000" dirty="0"/>
              <a:t>/2</a:t>
            </a:r>
          </a:p>
        </p:txBody>
      </p:sp>
      <p:cxnSp>
        <p:nvCxnSpPr>
          <p:cNvPr id="103" name="Straight Arrow Connector 102">
            <a:extLst>
              <a:ext uri="{FF2B5EF4-FFF2-40B4-BE49-F238E27FC236}">
                <a16:creationId xmlns:a16="http://schemas.microsoft.com/office/drawing/2014/main" id="{DB7856B7-F3DA-82F8-7EA3-21F52904948F}"/>
              </a:ext>
            </a:extLst>
          </p:cNvPr>
          <p:cNvCxnSpPr>
            <a:cxnSpLocks/>
            <a:stCxn id="102" idx="3"/>
            <a:endCxn id="101" idx="1"/>
          </p:cNvCxnSpPr>
          <p:nvPr/>
        </p:nvCxnSpPr>
        <p:spPr>
          <a:xfrm>
            <a:off x="5098068" y="3940251"/>
            <a:ext cx="35504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4" name="Rectangle 103">
            <a:extLst>
              <a:ext uri="{FF2B5EF4-FFF2-40B4-BE49-F238E27FC236}">
                <a16:creationId xmlns:a16="http://schemas.microsoft.com/office/drawing/2014/main" id="{9FC87769-74DA-7D86-5437-C46557BA78FB}"/>
              </a:ext>
            </a:extLst>
          </p:cNvPr>
          <p:cNvSpPr>
            <a:spLocks/>
          </p:cNvSpPr>
          <p:nvPr/>
        </p:nvSpPr>
        <p:spPr>
          <a:xfrm>
            <a:off x="6399519" y="3759656"/>
            <a:ext cx="534954"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MUL</a:t>
            </a:r>
          </a:p>
        </p:txBody>
      </p:sp>
      <p:sp>
        <p:nvSpPr>
          <p:cNvPr id="105" name="TextBox 104">
            <a:extLst>
              <a:ext uri="{FF2B5EF4-FFF2-40B4-BE49-F238E27FC236}">
                <a16:creationId xmlns:a16="http://schemas.microsoft.com/office/drawing/2014/main" id="{102B3E1C-F2AF-BF0D-AB17-616E091B6BEF}"/>
              </a:ext>
            </a:extLst>
          </p:cNvPr>
          <p:cNvSpPr txBox="1">
            <a:spLocks/>
          </p:cNvSpPr>
          <p:nvPr/>
        </p:nvSpPr>
        <p:spPr>
          <a:xfrm>
            <a:off x="5974293" y="3940250"/>
            <a:ext cx="251992" cy="246221"/>
          </a:xfrm>
          <a:prstGeom prst="rect">
            <a:avLst/>
          </a:prstGeom>
          <a:noFill/>
        </p:spPr>
        <p:txBody>
          <a:bodyPr wrap="none" rtlCol="0">
            <a:spAutoFit/>
          </a:bodyPr>
          <a:lstStyle/>
          <a:p>
            <a:r>
              <a:rPr lang="en-US" sz="1000" dirty="0"/>
              <a:t>h</a:t>
            </a:r>
          </a:p>
        </p:txBody>
      </p:sp>
      <p:cxnSp>
        <p:nvCxnSpPr>
          <p:cNvPr id="106" name="Straight Arrow Connector 105">
            <a:extLst>
              <a:ext uri="{FF2B5EF4-FFF2-40B4-BE49-F238E27FC236}">
                <a16:creationId xmlns:a16="http://schemas.microsoft.com/office/drawing/2014/main" id="{5503A19A-6B6B-C23E-9BF0-62EB16C7AC3D}"/>
              </a:ext>
            </a:extLst>
          </p:cNvPr>
          <p:cNvCxnSpPr>
            <a:cxnSpLocks/>
          </p:cNvCxnSpPr>
          <p:nvPr/>
        </p:nvCxnSpPr>
        <p:spPr>
          <a:xfrm>
            <a:off x="6248643" y="4063361"/>
            <a:ext cx="15087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7" name="Straight Arrow Connector 106">
            <a:extLst>
              <a:ext uri="{FF2B5EF4-FFF2-40B4-BE49-F238E27FC236}">
                <a16:creationId xmlns:a16="http://schemas.microsoft.com/office/drawing/2014/main" id="{69E02FF9-169E-F972-9C1E-5B32ABE2D0B3}"/>
              </a:ext>
            </a:extLst>
          </p:cNvPr>
          <p:cNvCxnSpPr>
            <a:cxnSpLocks/>
          </p:cNvCxnSpPr>
          <p:nvPr/>
        </p:nvCxnSpPr>
        <p:spPr>
          <a:xfrm>
            <a:off x="5914917" y="3817140"/>
            <a:ext cx="48460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8" name="TextBox 107">
            <a:extLst>
              <a:ext uri="{FF2B5EF4-FFF2-40B4-BE49-F238E27FC236}">
                <a16:creationId xmlns:a16="http://schemas.microsoft.com/office/drawing/2014/main" id="{8BACFD98-A366-B9F6-E7D3-C38DB923BB5D}"/>
              </a:ext>
            </a:extLst>
          </p:cNvPr>
          <p:cNvSpPr txBox="1"/>
          <p:nvPr/>
        </p:nvSpPr>
        <p:spPr>
          <a:xfrm>
            <a:off x="5928607" y="3338455"/>
            <a:ext cx="343364" cy="276999"/>
          </a:xfrm>
          <a:prstGeom prst="rect">
            <a:avLst/>
          </a:prstGeom>
          <a:noFill/>
        </p:spPr>
        <p:txBody>
          <a:bodyPr wrap="none" rtlCol="0">
            <a:spAutoFit/>
          </a:bodyPr>
          <a:lstStyle/>
          <a:p>
            <a:r>
              <a:rPr lang="en-US" sz="1200" dirty="0"/>
              <a:t>K2</a:t>
            </a:r>
          </a:p>
        </p:txBody>
      </p:sp>
      <p:sp>
        <p:nvSpPr>
          <p:cNvPr id="111" name="Rectangle 110">
            <a:extLst>
              <a:ext uri="{FF2B5EF4-FFF2-40B4-BE49-F238E27FC236}">
                <a16:creationId xmlns:a16="http://schemas.microsoft.com/office/drawing/2014/main" id="{EABF251E-7590-F0A6-F0C9-40729D828598}"/>
              </a:ext>
            </a:extLst>
          </p:cNvPr>
          <p:cNvSpPr>
            <a:spLocks/>
          </p:cNvSpPr>
          <p:nvPr/>
        </p:nvSpPr>
        <p:spPr>
          <a:xfrm>
            <a:off x="5221169" y="4703547"/>
            <a:ext cx="1881341" cy="58066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rgbClr val="5F6060"/>
              </a:solidFill>
            </a:endParaRPr>
          </a:p>
        </p:txBody>
      </p:sp>
      <p:sp>
        <p:nvSpPr>
          <p:cNvPr id="112" name="Rectangle 111">
            <a:extLst>
              <a:ext uri="{FF2B5EF4-FFF2-40B4-BE49-F238E27FC236}">
                <a16:creationId xmlns:a16="http://schemas.microsoft.com/office/drawing/2014/main" id="{D476F468-8A69-AEC7-197D-4D6124D11707}"/>
              </a:ext>
            </a:extLst>
          </p:cNvPr>
          <p:cNvSpPr>
            <a:spLocks/>
          </p:cNvSpPr>
          <p:nvPr/>
        </p:nvSpPr>
        <p:spPr>
          <a:xfrm>
            <a:off x="5453115" y="4819008"/>
            <a:ext cx="461802"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FCB</a:t>
            </a:r>
          </a:p>
        </p:txBody>
      </p:sp>
      <p:sp>
        <p:nvSpPr>
          <p:cNvPr id="113" name="TextBox 112">
            <a:extLst>
              <a:ext uri="{FF2B5EF4-FFF2-40B4-BE49-F238E27FC236}">
                <a16:creationId xmlns:a16="http://schemas.microsoft.com/office/drawing/2014/main" id="{3DAF783E-F038-E360-97E3-C5E4C7A5F841}"/>
              </a:ext>
            </a:extLst>
          </p:cNvPr>
          <p:cNvSpPr txBox="1">
            <a:spLocks/>
          </p:cNvSpPr>
          <p:nvPr/>
        </p:nvSpPr>
        <p:spPr>
          <a:xfrm>
            <a:off x="4572000" y="4876491"/>
            <a:ext cx="526067" cy="246221"/>
          </a:xfrm>
          <a:prstGeom prst="rect">
            <a:avLst/>
          </a:prstGeom>
          <a:noFill/>
        </p:spPr>
        <p:txBody>
          <a:bodyPr wrap="square" rtlCol="0">
            <a:spAutoFit/>
          </a:bodyPr>
          <a:lstStyle/>
          <a:p>
            <a:r>
              <a:rPr lang="en-US" sz="1000" dirty="0" err="1"/>
              <a:t>ti+h</a:t>
            </a:r>
            <a:r>
              <a:rPr lang="en-US" sz="1000" dirty="0"/>
              <a:t>/2</a:t>
            </a:r>
          </a:p>
        </p:txBody>
      </p:sp>
      <p:cxnSp>
        <p:nvCxnSpPr>
          <p:cNvPr id="114" name="Straight Arrow Connector 113">
            <a:extLst>
              <a:ext uri="{FF2B5EF4-FFF2-40B4-BE49-F238E27FC236}">
                <a16:creationId xmlns:a16="http://schemas.microsoft.com/office/drawing/2014/main" id="{F56171BC-E4B3-C7A9-2A73-3906E7061B1D}"/>
              </a:ext>
            </a:extLst>
          </p:cNvPr>
          <p:cNvCxnSpPr>
            <a:cxnSpLocks/>
            <a:stCxn id="113" idx="3"/>
            <a:endCxn id="112" idx="1"/>
          </p:cNvCxnSpPr>
          <p:nvPr/>
        </p:nvCxnSpPr>
        <p:spPr>
          <a:xfrm>
            <a:off x="5098067" y="4999602"/>
            <a:ext cx="35504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5" name="Rectangle 114">
            <a:extLst>
              <a:ext uri="{FF2B5EF4-FFF2-40B4-BE49-F238E27FC236}">
                <a16:creationId xmlns:a16="http://schemas.microsoft.com/office/drawing/2014/main" id="{BBA30BC5-CFA7-6E70-6D2C-0BA538BF9EF9}"/>
              </a:ext>
            </a:extLst>
          </p:cNvPr>
          <p:cNvSpPr>
            <a:spLocks/>
          </p:cNvSpPr>
          <p:nvPr/>
        </p:nvSpPr>
        <p:spPr>
          <a:xfrm>
            <a:off x="6399519" y="4819007"/>
            <a:ext cx="534954"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MUL</a:t>
            </a:r>
          </a:p>
        </p:txBody>
      </p:sp>
      <p:sp>
        <p:nvSpPr>
          <p:cNvPr id="116" name="TextBox 115">
            <a:extLst>
              <a:ext uri="{FF2B5EF4-FFF2-40B4-BE49-F238E27FC236}">
                <a16:creationId xmlns:a16="http://schemas.microsoft.com/office/drawing/2014/main" id="{3F4BC721-8D75-71EB-4634-831B5310C83D}"/>
              </a:ext>
            </a:extLst>
          </p:cNvPr>
          <p:cNvSpPr txBox="1">
            <a:spLocks/>
          </p:cNvSpPr>
          <p:nvPr/>
        </p:nvSpPr>
        <p:spPr>
          <a:xfrm>
            <a:off x="5974293" y="4999601"/>
            <a:ext cx="251992" cy="246221"/>
          </a:xfrm>
          <a:prstGeom prst="rect">
            <a:avLst/>
          </a:prstGeom>
          <a:noFill/>
        </p:spPr>
        <p:txBody>
          <a:bodyPr wrap="none" rtlCol="0">
            <a:spAutoFit/>
          </a:bodyPr>
          <a:lstStyle/>
          <a:p>
            <a:r>
              <a:rPr lang="en-US" sz="1000" dirty="0"/>
              <a:t>h</a:t>
            </a:r>
          </a:p>
        </p:txBody>
      </p:sp>
      <p:cxnSp>
        <p:nvCxnSpPr>
          <p:cNvPr id="117" name="Straight Arrow Connector 116">
            <a:extLst>
              <a:ext uri="{FF2B5EF4-FFF2-40B4-BE49-F238E27FC236}">
                <a16:creationId xmlns:a16="http://schemas.microsoft.com/office/drawing/2014/main" id="{03A79612-0ED7-FEE5-E822-A2316DDAB166}"/>
              </a:ext>
            </a:extLst>
          </p:cNvPr>
          <p:cNvCxnSpPr>
            <a:cxnSpLocks/>
          </p:cNvCxnSpPr>
          <p:nvPr/>
        </p:nvCxnSpPr>
        <p:spPr>
          <a:xfrm>
            <a:off x="6248643" y="5122712"/>
            <a:ext cx="15087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8" name="Straight Arrow Connector 117">
            <a:extLst>
              <a:ext uri="{FF2B5EF4-FFF2-40B4-BE49-F238E27FC236}">
                <a16:creationId xmlns:a16="http://schemas.microsoft.com/office/drawing/2014/main" id="{F44EEEA2-D305-97D5-9348-1A8A9D520865}"/>
              </a:ext>
            </a:extLst>
          </p:cNvPr>
          <p:cNvCxnSpPr>
            <a:cxnSpLocks/>
          </p:cNvCxnSpPr>
          <p:nvPr/>
        </p:nvCxnSpPr>
        <p:spPr>
          <a:xfrm>
            <a:off x="5914917" y="4876491"/>
            <a:ext cx="48460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9" name="TextBox 118">
            <a:extLst>
              <a:ext uri="{FF2B5EF4-FFF2-40B4-BE49-F238E27FC236}">
                <a16:creationId xmlns:a16="http://schemas.microsoft.com/office/drawing/2014/main" id="{352F6892-7C67-BB7B-EBD3-D045B9E7A971}"/>
              </a:ext>
            </a:extLst>
          </p:cNvPr>
          <p:cNvSpPr txBox="1"/>
          <p:nvPr/>
        </p:nvSpPr>
        <p:spPr>
          <a:xfrm>
            <a:off x="5928607" y="4397806"/>
            <a:ext cx="343364" cy="276999"/>
          </a:xfrm>
          <a:prstGeom prst="rect">
            <a:avLst/>
          </a:prstGeom>
          <a:noFill/>
        </p:spPr>
        <p:txBody>
          <a:bodyPr wrap="none" rtlCol="0">
            <a:spAutoFit/>
          </a:bodyPr>
          <a:lstStyle/>
          <a:p>
            <a:r>
              <a:rPr lang="en-US" sz="1200" dirty="0"/>
              <a:t>K3</a:t>
            </a:r>
          </a:p>
        </p:txBody>
      </p:sp>
      <p:sp>
        <p:nvSpPr>
          <p:cNvPr id="120" name="Rectangle 119">
            <a:extLst>
              <a:ext uri="{FF2B5EF4-FFF2-40B4-BE49-F238E27FC236}">
                <a16:creationId xmlns:a16="http://schemas.microsoft.com/office/drawing/2014/main" id="{9FDE806A-B009-1A55-2D17-3F4A2AFB21AB}"/>
              </a:ext>
            </a:extLst>
          </p:cNvPr>
          <p:cNvSpPr>
            <a:spLocks/>
          </p:cNvSpPr>
          <p:nvPr/>
        </p:nvSpPr>
        <p:spPr>
          <a:xfrm>
            <a:off x="5221169" y="5732608"/>
            <a:ext cx="1881341" cy="58066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rgbClr val="5F6060"/>
              </a:solidFill>
            </a:endParaRPr>
          </a:p>
        </p:txBody>
      </p:sp>
      <p:sp>
        <p:nvSpPr>
          <p:cNvPr id="121" name="Rectangle 120">
            <a:extLst>
              <a:ext uri="{FF2B5EF4-FFF2-40B4-BE49-F238E27FC236}">
                <a16:creationId xmlns:a16="http://schemas.microsoft.com/office/drawing/2014/main" id="{0898CC1E-8EA6-52CA-4129-C16782FEFE3E}"/>
              </a:ext>
            </a:extLst>
          </p:cNvPr>
          <p:cNvSpPr>
            <a:spLocks/>
          </p:cNvSpPr>
          <p:nvPr/>
        </p:nvSpPr>
        <p:spPr>
          <a:xfrm>
            <a:off x="5453115" y="5848069"/>
            <a:ext cx="461802"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FCB</a:t>
            </a:r>
          </a:p>
        </p:txBody>
      </p:sp>
      <p:sp>
        <p:nvSpPr>
          <p:cNvPr id="122" name="TextBox 121">
            <a:extLst>
              <a:ext uri="{FF2B5EF4-FFF2-40B4-BE49-F238E27FC236}">
                <a16:creationId xmlns:a16="http://schemas.microsoft.com/office/drawing/2014/main" id="{21E484AB-D970-1590-760B-A59A63F2D947}"/>
              </a:ext>
            </a:extLst>
          </p:cNvPr>
          <p:cNvSpPr txBox="1">
            <a:spLocks/>
          </p:cNvSpPr>
          <p:nvPr/>
        </p:nvSpPr>
        <p:spPr>
          <a:xfrm>
            <a:off x="4686214" y="5905552"/>
            <a:ext cx="411853" cy="246221"/>
          </a:xfrm>
          <a:prstGeom prst="rect">
            <a:avLst/>
          </a:prstGeom>
          <a:noFill/>
        </p:spPr>
        <p:txBody>
          <a:bodyPr wrap="square" rtlCol="0">
            <a:spAutoFit/>
          </a:bodyPr>
          <a:lstStyle/>
          <a:p>
            <a:r>
              <a:rPr lang="en-US" sz="1000" dirty="0" err="1"/>
              <a:t>ti+h</a:t>
            </a:r>
            <a:endParaRPr lang="en-US" sz="1000" dirty="0"/>
          </a:p>
        </p:txBody>
      </p:sp>
      <p:cxnSp>
        <p:nvCxnSpPr>
          <p:cNvPr id="123" name="Straight Arrow Connector 122">
            <a:extLst>
              <a:ext uri="{FF2B5EF4-FFF2-40B4-BE49-F238E27FC236}">
                <a16:creationId xmlns:a16="http://schemas.microsoft.com/office/drawing/2014/main" id="{0EB50973-0C89-1E26-DAD6-A7A306046B1E}"/>
              </a:ext>
            </a:extLst>
          </p:cNvPr>
          <p:cNvCxnSpPr>
            <a:cxnSpLocks/>
            <a:stCxn id="122" idx="3"/>
            <a:endCxn id="121" idx="1"/>
          </p:cNvCxnSpPr>
          <p:nvPr/>
        </p:nvCxnSpPr>
        <p:spPr>
          <a:xfrm>
            <a:off x="5098067" y="6028663"/>
            <a:ext cx="35504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4" name="Rectangle 123">
            <a:extLst>
              <a:ext uri="{FF2B5EF4-FFF2-40B4-BE49-F238E27FC236}">
                <a16:creationId xmlns:a16="http://schemas.microsoft.com/office/drawing/2014/main" id="{D590E9AB-AECD-2A8D-A308-26E7C08D985B}"/>
              </a:ext>
            </a:extLst>
          </p:cNvPr>
          <p:cNvSpPr>
            <a:spLocks/>
          </p:cNvSpPr>
          <p:nvPr/>
        </p:nvSpPr>
        <p:spPr>
          <a:xfrm>
            <a:off x="6399519" y="5848068"/>
            <a:ext cx="534954"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MUL</a:t>
            </a:r>
          </a:p>
        </p:txBody>
      </p:sp>
      <p:sp>
        <p:nvSpPr>
          <p:cNvPr id="125" name="TextBox 124">
            <a:extLst>
              <a:ext uri="{FF2B5EF4-FFF2-40B4-BE49-F238E27FC236}">
                <a16:creationId xmlns:a16="http://schemas.microsoft.com/office/drawing/2014/main" id="{9EC4FCF6-B54C-EA6B-0FD5-45902578924E}"/>
              </a:ext>
            </a:extLst>
          </p:cNvPr>
          <p:cNvSpPr txBox="1">
            <a:spLocks/>
          </p:cNvSpPr>
          <p:nvPr/>
        </p:nvSpPr>
        <p:spPr>
          <a:xfrm>
            <a:off x="5974293" y="6028662"/>
            <a:ext cx="251992" cy="246221"/>
          </a:xfrm>
          <a:prstGeom prst="rect">
            <a:avLst/>
          </a:prstGeom>
          <a:noFill/>
        </p:spPr>
        <p:txBody>
          <a:bodyPr wrap="none" rtlCol="0">
            <a:spAutoFit/>
          </a:bodyPr>
          <a:lstStyle/>
          <a:p>
            <a:r>
              <a:rPr lang="en-US" sz="1000" dirty="0"/>
              <a:t>h</a:t>
            </a:r>
          </a:p>
        </p:txBody>
      </p:sp>
      <p:cxnSp>
        <p:nvCxnSpPr>
          <p:cNvPr id="126" name="Straight Arrow Connector 125">
            <a:extLst>
              <a:ext uri="{FF2B5EF4-FFF2-40B4-BE49-F238E27FC236}">
                <a16:creationId xmlns:a16="http://schemas.microsoft.com/office/drawing/2014/main" id="{50568FF0-21D0-20A1-24AF-B380E506735A}"/>
              </a:ext>
            </a:extLst>
          </p:cNvPr>
          <p:cNvCxnSpPr>
            <a:cxnSpLocks/>
          </p:cNvCxnSpPr>
          <p:nvPr/>
        </p:nvCxnSpPr>
        <p:spPr>
          <a:xfrm>
            <a:off x="6248643" y="6151773"/>
            <a:ext cx="15087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7" name="Straight Arrow Connector 126">
            <a:extLst>
              <a:ext uri="{FF2B5EF4-FFF2-40B4-BE49-F238E27FC236}">
                <a16:creationId xmlns:a16="http://schemas.microsoft.com/office/drawing/2014/main" id="{53D9F41F-198C-1096-CD19-F8C7007464DE}"/>
              </a:ext>
            </a:extLst>
          </p:cNvPr>
          <p:cNvCxnSpPr>
            <a:cxnSpLocks/>
          </p:cNvCxnSpPr>
          <p:nvPr/>
        </p:nvCxnSpPr>
        <p:spPr>
          <a:xfrm>
            <a:off x="5914917" y="5905552"/>
            <a:ext cx="48460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8" name="TextBox 127">
            <a:extLst>
              <a:ext uri="{FF2B5EF4-FFF2-40B4-BE49-F238E27FC236}">
                <a16:creationId xmlns:a16="http://schemas.microsoft.com/office/drawing/2014/main" id="{48B4580A-7B0D-8E19-FAE1-90C1304CB45E}"/>
              </a:ext>
            </a:extLst>
          </p:cNvPr>
          <p:cNvSpPr txBox="1"/>
          <p:nvPr/>
        </p:nvSpPr>
        <p:spPr>
          <a:xfrm>
            <a:off x="5928607" y="5426867"/>
            <a:ext cx="343364" cy="276999"/>
          </a:xfrm>
          <a:prstGeom prst="rect">
            <a:avLst/>
          </a:prstGeom>
          <a:noFill/>
        </p:spPr>
        <p:txBody>
          <a:bodyPr wrap="none" rtlCol="0">
            <a:spAutoFit/>
          </a:bodyPr>
          <a:lstStyle/>
          <a:p>
            <a:r>
              <a:rPr lang="en-US" sz="1200" dirty="0"/>
              <a:t>K4</a:t>
            </a:r>
          </a:p>
        </p:txBody>
      </p:sp>
      <p:cxnSp>
        <p:nvCxnSpPr>
          <p:cNvPr id="135" name="Straight Arrow Connector 134">
            <a:extLst>
              <a:ext uri="{FF2B5EF4-FFF2-40B4-BE49-F238E27FC236}">
                <a16:creationId xmlns:a16="http://schemas.microsoft.com/office/drawing/2014/main" id="{08A162AA-FCD7-4432-B671-29496CD43686}"/>
              </a:ext>
            </a:extLst>
          </p:cNvPr>
          <p:cNvCxnSpPr>
            <a:cxnSpLocks/>
            <a:endCxn id="136" idx="1"/>
          </p:cNvCxnSpPr>
          <p:nvPr/>
        </p:nvCxnSpPr>
        <p:spPr>
          <a:xfrm>
            <a:off x="6922832" y="2911190"/>
            <a:ext cx="4699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6" name="TextBox 135">
            <a:extLst>
              <a:ext uri="{FF2B5EF4-FFF2-40B4-BE49-F238E27FC236}">
                <a16:creationId xmlns:a16="http://schemas.microsoft.com/office/drawing/2014/main" id="{38CA2C1D-10F9-DD03-6EAE-220DA7AD7816}"/>
              </a:ext>
            </a:extLst>
          </p:cNvPr>
          <p:cNvSpPr txBox="1">
            <a:spLocks/>
          </p:cNvSpPr>
          <p:nvPr/>
        </p:nvSpPr>
        <p:spPr>
          <a:xfrm>
            <a:off x="7392789" y="2788079"/>
            <a:ext cx="317716" cy="246221"/>
          </a:xfrm>
          <a:prstGeom prst="rect">
            <a:avLst/>
          </a:prstGeom>
          <a:noFill/>
        </p:spPr>
        <p:txBody>
          <a:bodyPr wrap="none" rtlCol="0">
            <a:spAutoFit/>
          </a:bodyPr>
          <a:lstStyle/>
          <a:p>
            <a:r>
              <a:rPr lang="en-US" sz="1000" dirty="0"/>
              <a:t>K1</a:t>
            </a:r>
          </a:p>
        </p:txBody>
      </p:sp>
      <p:cxnSp>
        <p:nvCxnSpPr>
          <p:cNvPr id="137" name="Straight Arrow Connector 136">
            <a:extLst>
              <a:ext uri="{FF2B5EF4-FFF2-40B4-BE49-F238E27FC236}">
                <a16:creationId xmlns:a16="http://schemas.microsoft.com/office/drawing/2014/main" id="{0AACC6D0-298F-19A3-41C9-DDA24ED0DC70}"/>
              </a:ext>
            </a:extLst>
          </p:cNvPr>
          <p:cNvCxnSpPr>
            <a:cxnSpLocks/>
            <a:endCxn id="138" idx="1"/>
          </p:cNvCxnSpPr>
          <p:nvPr/>
        </p:nvCxnSpPr>
        <p:spPr>
          <a:xfrm>
            <a:off x="6934678" y="3940250"/>
            <a:ext cx="4699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8" name="TextBox 137">
            <a:extLst>
              <a:ext uri="{FF2B5EF4-FFF2-40B4-BE49-F238E27FC236}">
                <a16:creationId xmlns:a16="http://schemas.microsoft.com/office/drawing/2014/main" id="{124DA99B-C916-7EF2-D502-53905D3DECFE}"/>
              </a:ext>
            </a:extLst>
          </p:cNvPr>
          <p:cNvSpPr txBox="1">
            <a:spLocks/>
          </p:cNvSpPr>
          <p:nvPr/>
        </p:nvSpPr>
        <p:spPr>
          <a:xfrm>
            <a:off x="7404635" y="3817139"/>
            <a:ext cx="317716" cy="246221"/>
          </a:xfrm>
          <a:prstGeom prst="rect">
            <a:avLst/>
          </a:prstGeom>
          <a:noFill/>
        </p:spPr>
        <p:txBody>
          <a:bodyPr wrap="none" rtlCol="0">
            <a:spAutoFit/>
          </a:bodyPr>
          <a:lstStyle/>
          <a:p>
            <a:r>
              <a:rPr lang="en-US" sz="1000" dirty="0"/>
              <a:t>K2</a:t>
            </a:r>
          </a:p>
        </p:txBody>
      </p:sp>
      <p:cxnSp>
        <p:nvCxnSpPr>
          <p:cNvPr id="139" name="Straight Arrow Connector 138">
            <a:extLst>
              <a:ext uri="{FF2B5EF4-FFF2-40B4-BE49-F238E27FC236}">
                <a16:creationId xmlns:a16="http://schemas.microsoft.com/office/drawing/2014/main" id="{107EBC69-4610-5914-D411-331496F91B17}"/>
              </a:ext>
            </a:extLst>
          </p:cNvPr>
          <p:cNvCxnSpPr>
            <a:cxnSpLocks/>
            <a:endCxn id="140" idx="1"/>
          </p:cNvCxnSpPr>
          <p:nvPr/>
        </p:nvCxnSpPr>
        <p:spPr>
          <a:xfrm>
            <a:off x="6934678" y="4999601"/>
            <a:ext cx="4699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0" name="TextBox 139">
            <a:extLst>
              <a:ext uri="{FF2B5EF4-FFF2-40B4-BE49-F238E27FC236}">
                <a16:creationId xmlns:a16="http://schemas.microsoft.com/office/drawing/2014/main" id="{E6C71B8E-D93F-8A24-0439-B1C930EA7568}"/>
              </a:ext>
            </a:extLst>
          </p:cNvPr>
          <p:cNvSpPr txBox="1">
            <a:spLocks/>
          </p:cNvSpPr>
          <p:nvPr/>
        </p:nvSpPr>
        <p:spPr>
          <a:xfrm>
            <a:off x="7404635" y="4876490"/>
            <a:ext cx="317716" cy="246221"/>
          </a:xfrm>
          <a:prstGeom prst="rect">
            <a:avLst/>
          </a:prstGeom>
          <a:noFill/>
        </p:spPr>
        <p:txBody>
          <a:bodyPr wrap="none" rtlCol="0">
            <a:spAutoFit/>
          </a:bodyPr>
          <a:lstStyle/>
          <a:p>
            <a:r>
              <a:rPr lang="en-US" sz="1000" dirty="0"/>
              <a:t>K3</a:t>
            </a:r>
          </a:p>
        </p:txBody>
      </p:sp>
      <p:cxnSp>
        <p:nvCxnSpPr>
          <p:cNvPr id="141" name="Straight Arrow Connector 140">
            <a:extLst>
              <a:ext uri="{FF2B5EF4-FFF2-40B4-BE49-F238E27FC236}">
                <a16:creationId xmlns:a16="http://schemas.microsoft.com/office/drawing/2014/main" id="{288B9A00-64EA-8192-5A85-18F527EB75EF}"/>
              </a:ext>
            </a:extLst>
          </p:cNvPr>
          <p:cNvCxnSpPr>
            <a:cxnSpLocks/>
            <a:endCxn id="142" idx="1"/>
          </p:cNvCxnSpPr>
          <p:nvPr/>
        </p:nvCxnSpPr>
        <p:spPr>
          <a:xfrm>
            <a:off x="6934678" y="6020201"/>
            <a:ext cx="4699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2" name="TextBox 141">
            <a:extLst>
              <a:ext uri="{FF2B5EF4-FFF2-40B4-BE49-F238E27FC236}">
                <a16:creationId xmlns:a16="http://schemas.microsoft.com/office/drawing/2014/main" id="{7E8175E2-1DDA-7591-4751-A34469F581ED}"/>
              </a:ext>
            </a:extLst>
          </p:cNvPr>
          <p:cNvSpPr txBox="1">
            <a:spLocks/>
          </p:cNvSpPr>
          <p:nvPr/>
        </p:nvSpPr>
        <p:spPr>
          <a:xfrm>
            <a:off x="7404635" y="5897090"/>
            <a:ext cx="317716" cy="246221"/>
          </a:xfrm>
          <a:prstGeom prst="rect">
            <a:avLst/>
          </a:prstGeom>
          <a:noFill/>
        </p:spPr>
        <p:txBody>
          <a:bodyPr wrap="none" rtlCol="0">
            <a:spAutoFit/>
          </a:bodyPr>
          <a:lstStyle/>
          <a:p>
            <a:r>
              <a:rPr lang="en-US" sz="1000" dirty="0"/>
              <a:t>K4</a:t>
            </a:r>
          </a:p>
        </p:txBody>
      </p:sp>
    </p:spTree>
    <p:extLst>
      <p:ext uri="{BB962C8B-B14F-4D97-AF65-F5344CB8AC3E}">
        <p14:creationId xmlns:p14="http://schemas.microsoft.com/office/powerpoint/2010/main" val="605074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7E299-8E6A-7328-DD08-283119BC67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822D4-C767-DD25-25FA-A641048A0039}"/>
              </a:ext>
            </a:extLst>
          </p:cNvPr>
          <p:cNvSpPr>
            <a:spLocks noGrp="1"/>
          </p:cNvSpPr>
          <p:nvPr>
            <p:ph type="title"/>
          </p:nvPr>
        </p:nvSpPr>
        <p:spPr>
          <a:xfrm>
            <a:off x="457200" y="1685617"/>
            <a:ext cx="7324725" cy="481511"/>
          </a:xfrm>
        </p:spPr>
        <p:txBody>
          <a:bodyPr>
            <a:normAutofit/>
          </a:bodyPr>
          <a:lstStyle/>
          <a:p>
            <a:r>
              <a:rPr lang="en-US" dirty="0"/>
              <a:t>Hardware Architecture – K-block, yi+1, and memory</a:t>
            </a:r>
          </a:p>
        </p:txBody>
      </p:sp>
      <p:sp>
        <p:nvSpPr>
          <p:cNvPr id="99" name="TextBox 98">
            <a:extLst>
              <a:ext uri="{FF2B5EF4-FFF2-40B4-BE49-F238E27FC236}">
                <a16:creationId xmlns:a16="http://schemas.microsoft.com/office/drawing/2014/main" id="{5530E998-2EC6-F970-AD4D-2CF437C72165}"/>
              </a:ext>
            </a:extLst>
          </p:cNvPr>
          <p:cNvSpPr txBox="1"/>
          <p:nvPr/>
        </p:nvSpPr>
        <p:spPr>
          <a:xfrm>
            <a:off x="2531791" y="3063395"/>
            <a:ext cx="644728" cy="276999"/>
          </a:xfrm>
          <a:prstGeom prst="rect">
            <a:avLst/>
          </a:prstGeom>
          <a:noFill/>
        </p:spPr>
        <p:txBody>
          <a:bodyPr wrap="none" rtlCol="0">
            <a:spAutoFit/>
          </a:bodyPr>
          <a:lstStyle/>
          <a:p>
            <a:r>
              <a:rPr lang="en-US" sz="1200" dirty="0"/>
              <a:t>K-block</a:t>
            </a:r>
          </a:p>
        </p:txBody>
      </p:sp>
      <p:grpSp>
        <p:nvGrpSpPr>
          <p:cNvPr id="110" name="Group 109">
            <a:extLst>
              <a:ext uri="{FF2B5EF4-FFF2-40B4-BE49-F238E27FC236}">
                <a16:creationId xmlns:a16="http://schemas.microsoft.com/office/drawing/2014/main" id="{9A4AF31C-23B2-FC58-765E-2F09829DD109}"/>
              </a:ext>
            </a:extLst>
          </p:cNvPr>
          <p:cNvGrpSpPr/>
          <p:nvPr/>
        </p:nvGrpSpPr>
        <p:grpSpPr>
          <a:xfrm>
            <a:off x="787629" y="3355039"/>
            <a:ext cx="3784371" cy="1907766"/>
            <a:chOff x="4052037" y="3525397"/>
            <a:chExt cx="3784371" cy="1907766"/>
          </a:xfrm>
        </p:grpSpPr>
        <p:sp>
          <p:nvSpPr>
            <p:cNvPr id="85" name="Rectangle 84">
              <a:extLst>
                <a:ext uri="{FF2B5EF4-FFF2-40B4-BE49-F238E27FC236}">
                  <a16:creationId xmlns:a16="http://schemas.microsoft.com/office/drawing/2014/main" id="{35F43CA3-2531-8722-9063-FEAD6DDBF1DC}"/>
                </a:ext>
              </a:extLst>
            </p:cNvPr>
            <p:cNvSpPr>
              <a:spLocks/>
            </p:cNvSpPr>
            <p:nvPr/>
          </p:nvSpPr>
          <p:spPr>
            <a:xfrm>
              <a:off x="4583287" y="3525397"/>
              <a:ext cx="3253121" cy="190776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rgbClr val="5F6060"/>
                </a:solidFill>
              </a:endParaRPr>
            </a:p>
          </p:txBody>
        </p:sp>
        <p:sp>
          <p:nvSpPr>
            <p:cNvPr id="88" name="TextBox 87">
              <a:extLst>
                <a:ext uri="{FF2B5EF4-FFF2-40B4-BE49-F238E27FC236}">
                  <a16:creationId xmlns:a16="http://schemas.microsoft.com/office/drawing/2014/main" id="{BEB96F27-EA0D-E363-70E1-FE8848910F66}"/>
                </a:ext>
              </a:extLst>
            </p:cNvPr>
            <p:cNvSpPr txBox="1">
              <a:spLocks/>
            </p:cNvSpPr>
            <p:nvPr/>
          </p:nvSpPr>
          <p:spPr>
            <a:xfrm>
              <a:off x="4061163" y="3708577"/>
              <a:ext cx="325510" cy="246221"/>
            </a:xfrm>
            <a:prstGeom prst="rect">
              <a:avLst/>
            </a:prstGeom>
            <a:noFill/>
          </p:spPr>
          <p:txBody>
            <a:bodyPr wrap="square" rtlCol="0">
              <a:spAutoFit/>
            </a:bodyPr>
            <a:lstStyle/>
            <a:p>
              <a:r>
                <a:rPr lang="en-US" sz="1000" dirty="0"/>
                <a:t>K1</a:t>
              </a:r>
            </a:p>
          </p:txBody>
        </p:sp>
        <p:sp>
          <p:nvSpPr>
            <p:cNvPr id="91" name="Rectangle 90">
              <a:extLst>
                <a:ext uri="{FF2B5EF4-FFF2-40B4-BE49-F238E27FC236}">
                  <a16:creationId xmlns:a16="http://schemas.microsoft.com/office/drawing/2014/main" id="{5C0ECC64-2DC2-5F4E-D52C-B5ADF2960F50}"/>
                </a:ext>
              </a:extLst>
            </p:cNvPr>
            <p:cNvSpPr>
              <a:spLocks/>
            </p:cNvSpPr>
            <p:nvPr/>
          </p:nvSpPr>
          <p:spPr>
            <a:xfrm>
              <a:off x="5134666" y="3979159"/>
              <a:ext cx="534954"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MUL</a:t>
              </a:r>
            </a:p>
          </p:txBody>
        </p:sp>
        <p:sp>
          <p:nvSpPr>
            <p:cNvPr id="92" name="TextBox 91">
              <a:extLst>
                <a:ext uri="{FF2B5EF4-FFF2-40B4-BE49-F238E27FC236}">
                  <a16:creationId xmlns:a16="http://schemas.microsoft.com/office/drawing/2014/main" id="{AD669418-7579-2308-C72D-CE9DD4769C01}"/>
                </a:ext>
              </a:extLst>
            </p:cNvPr>
            <p:cNvSpPr txBox="1">
              <a:spLocks/>
            </p:cNvSpPr>
            <p:nvPr/>
          </p:nvSpPr>
          <p:spPr>
            <a:xfrm>
              <a:off x="4583287" y="4373983"/>
              <a:ext cx="246923" cy="246221"/>
            </a:xfrm>
            <a:prstGeom prst="rect">
              <a:avLst/>
            </a:prstGeom>
            <a:noFill/>
          </p:spPr>
          <p:txBody>
            <a:bodyPr wrap="square" rtlCol="0">
              <a:spAutoFit/>
            </a:bodyPr>
            <a:lstStyle/>
            <a:p>
              <a:r>
                <a:rPr lang="en-US" sz="1000" dirty="0"/>
                <a:t>2</a:t>
              </a:r>
            </a:p>
          </p:txBody>
        </p:sp>
        <p:sp>
          <p:nvSpPr>
            <p:cNvPr id="3" name="Rectangle 2">
              <a:extLst>
                <a:ext uri="{FF2B5EF4-FFF2-40B4-BE49-F238E27FC236}">
                  <a16:creationId xmlns:a16="http://schemas.microsoft.com/office/drawing/2014/main" id="{708FC22E-A143-BF4F-79A2-BD6F942E818C}"/>
                </a:ext>
              </a:extLst>
            </p:cNvPr>
            <p:cNvSpPr>
              <a:spLocks/>
            </p:cNvSpPr>
            <p:nvPr/>
          </p:nvSpPr>
          <p:spPr>
            <a:xfrm>
              <a:off x="5134666" y="4634429"/>
              <a:ext cx="534954"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MUL</a:t>
              </a:r>
            </a:p>
          </p:txBody>
        </p:sp>
        <p:cxnSp>
          <p:nvCxnSpPr>
            <p:cNvPr id="6" name="Connector: Elbow 5">
              <a:extLst>
                <a:ext uri="{FF2B5EF4-FFF2-40B4-BE49-F238E27FC236}">
                  <a16:creationId xmlns:a16="http://schemas.microsoft.com/office/drawing/2014/main" id="{A2B3B452-F379-869E-502F-F760E7AC9467}"/>
                </a:ext>
              </a:extLst>
            </p:cNvPr>
            <p:cNvCxnSpPr>
              <a:cxnSpLocks/>
              <a:stCxn id="92" idx="3"/>
            </p:cNvCxnSpPr>
            <p:nvPr/>
          </p:nvCxnSpPr>
          <p:spPr>
            <a:xfrm flipV="1">
              <a:off x="4830210" y="4305099"/>
              <a:ext cx="304456" cy="191995"/>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8" name="Connector: Elbow 7">
              <a:extLst>
                <a:ext uri="{FF2B5EF4-FFF2-40B4-BE49-F238E27FC236}">
                  <a16:creationId xmlns:a16="http://schemas.microsoft.com/office/drawing/2014/main" id="{5A9ECB40-A6EF-24D7-7CDE-8EE66E297C54}"/>
                </a:ext>
              </a:extLst>
            </p:cNvPr>
            <p:cNvCxnSpPr>
              <a:cxnSpLocks/>
              <a:stCxn id="92" idx="3"/>
            </p:cNvCxnSpPr>
            <p:nvPr/>
          </p:nvCxnSpPr>
          <p:spPr>
            <a:xfrm>
              <a:off x="4830210" y="4497094"/>
              <a:ext cx="304456" cy="169193"/>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EB3DA601-96D4-586D-E327-6EE64A676E83}"/>
                </a:ext>
              </a:extLst>
            </p:cNvPr>
            <p:cNvSpPr>
              <a:spLocks/>
            </p:cNvSpPr>
            <p:nvPr/>
          </p:nvSpPr>
          <p:spPr>
            <a:xfrm>
              <a:off x="6124377" y="3708577"/>
              <a:ext cx="461802" cy="157703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ADD</a:t>
              </a:r>
            </a:p>
          </p:txBody>
        </p:sp>
        <p:sp>
          <p:nvSpPr>
            <p:cNvPr id="24" name="Rectangle 23">
              <a:extLst>
                <a:ext uri="{FF2B5EF4-FFF2-40B4-BE49-F238E27FC236}">
                  <a16:creationId xmlns:a16="http://schemas.microsoft.com/office/drawing/2014/main" id="{363EA8D3-6BE7-9C7E-4BB7-56E693737DCF}"/>
                </a:ext>
              </a:extLst>
            </p:cNvPr>
            <p:cNvSpPr>
              <a:spLocks/>
            </p:cNvSpPr>
            <p:nvPr/>
          </p:nvSpPr>
          <p:spPr>
            <a:xfrm>
              <a:off x="7086404" y="4305099"/>
              <a:ext cx="461802"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DIV</a:t>
              </a:r>
            </a:p>
          </p:txBody>
        </p:sp>
        <p:sp>
          <p:nvSpPr>
            <p:cNvPr id="25" name="TextBox 24">
              <a:extLst>
                <a:ext uri="{FF2B5EF4-FFF2-40B4-BE49-F238E27FC236}">
                  <a16:creationId xmlns:a16="http://schemas.microsoft.com/office/drawing/2014/main" id="{07AA3768-6AAC-174D-AE68-9F53DF2D68FB}"/>
                </a:ext>
              </a:extLst>
            </p:cNvPr>
            <p:cNvSpPr txBox="1">
              <a:spLocks/>
            </p:cNvSpPr>
            <p:nvPr/>
          </p:nvSpPr>
          <p:spPr>
            <a:xfrm>
              <a:off x="6659331" y="4666287"/>
              <a:ext cx="246923" cy="246221"/>
            </a:xfrm>
            <a:prstGeom prst="rect">
              <a:avLst/>
            </a:prstGeom>
            <a:noFill/>
          </p:spPr>
          <p:txBody>
            <a:bodyPr wrap="square" rtlCol="0">
              <a:spAutoFit/>
            </a:bodyPr>
            <a:lstStyle/>
            <a:p>
              <a:r>
                <a:rPr lang="en-US" sz="1000" dirty="0"/>
                <a:t>g</a:t>
              </a:r>
            </a:p>
          </p:txBody>
        </p:sp>
        <p:cxnSp>
          <p:nvCxnSpPr>
            <p:cNvPr id="27" name="Connector: Elbow 26">
              <a:extLst>
                <a:ext uri="{FF2B5EF4-FFF2-40B4-BE49-F238E27FC236}">
                  <a16:creationId xmlns:a16="http://schemas.microsoft.com/office/drawing/2014/main" id="{F07524AD-2BC3-A87B-257A-7C252CB395D0}"/>
                </a:ext>
              </a:extLst>
            </p:cNvPr>
            <p:cNvCxnSpPr>
              <a:cxnSpLocks/>
              <a:stCxn id="25" idx="0"/>
            </p:cNvCxnSpPr>
            <p:nvPr/>
          </p:nvCxnSpPr>
          <p:spPr>
            <a:xfrm rot="5400000" flipH="1" flipV="1">
              <a:off x="6892300" y="4472184"/>
              <a:ext cx="84596" cy="30361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2B9B5C42-DFFE-D0AD-F29E-8C28124D5FDD}"/>
                </a:ext>
              </a:extLst>
            </p:cNvPr>
            <p:cNvCxnSpPr/>
            <p:nvPr/>
          </p:nvCxnSpPr>
          <p:spPr>
            <a:xfrm>
              <a:off x="6580365" y="4340347"/>
              <a:ext cx="50603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A16E5521-608B-849C-C2C3-B85E23676F98}"/>
                </a:ext>
              </a:extLst>
            </p:cNvPr>
            <p:cNvCxnSpPr>
              <a:stCxn id="91" idx="3"/>
            </p:cNvCxnSpPr>
            <p:nvPr/>
          </p:nvCxnSpPr>
          <p:spPr>
            <a:xfrm>
              <a:off x="5669620" y="4159753"/>
              <a:ext cx="44894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AEF914EE-D88C-8D75-D718-94340EDDD3EE}"/>
                </a:ext>
              </a:extLst>
            </p:cNvPr>
            <p:cNvCxnSpPr/>
            <p:nvPr/>
          </p:nvCxnSpPr>
          <p:spPr>
            <a:xfrm>
              <a:off x="5669620" y="4815023"/>
              <a:ext cx="44894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6" name="TextBox 55">
              <a:extLst>
                <a:ext uri="{FF2B5EF4-FFF2-40B4-BE49-F238E27FC236}">
                  <a16:creationId xmlns:a16="http://schemas.microsoft.com/office/drawing/2014/main" id="{9D918585-72F7-B522-E981-D559C0BE8C21}"/>
                </a:ext>
              </a:extLst>
            </p:cNvPr>
            <p:cNvSpPr txBox="1">
              <a:spLocks/>
            </p:cNvSpPr>
            <p:nvPr/>
          </p:nvSpPr>
          <p:spPr>
            <a:xfrm>
              <a:off x="4052039" y="4031596"/>
              <a:ext cx="334633" cy="246221"/>
            </a:xfrm>
            <a:prstGeom prst="rect">
              <a:avLst/>
            </a:prstGeom>
            <a:noFill/>
          </p:spPr>
          <p:txBody>
            <a:bodyPr wrap="square" rtlCol="0">
              <a:spAutoFit/>
            </a:bodyPr>
            <a:lstStyle/>
            <a:p>
              <a:r>
                <a:rPr lang="en-US" sz="1000" dirty="0"/>
                <a:t>K2</a:t>
              </a:r>
            </a:p>
          </p:txBody>
        </p:sp>
        <p:sp>
          <p:nvSpPr>
            <p:cNvPr id="57" name="TextBox 56">
              <a:extLst>
                <a:ext uri="{FF2B5EF4-FFF2-40B4-BE49-F238E27FC236}">
                  <a16:creationId xmlns:a16="http://schemas.microsoft.com/office/drawing/2014/main" id="{DE6AFA29-81E1-D94C-B48B-6AD4D3925F49}"/>
                </a:ext>
              </a:extLst>
            </p:cNvPr>
            <p:cNvSpPr txBox="1">
              <a:spLocks/>
            </p:cNvSpPr>
            <p:nvPr/>
          </p:nvSpPr>
          <p:spPr>
            <a:xfrm>
              <a:off x="4052038" y="4691912"/>
              <a:ext cx="334633" cy="246221"/>
            </a:xfrm>
            <a:prstGeom prst="rect">
              <a:avLst/>
            </a:prstGeom>
            <a:noFill/>
          </p:spPr>
          <p:txBody>
            <a:bodyPr wrap="square" rtlCol="0">
              <a:spAutoFit/>
            </a:bodyPr>
            <a:lstStyle/>
            <a:p>
              <a:r>
                <a:rPr lang="en-US" sz="1000" dirty="0"/>
                <a:t>K3</a:t>
              </a:r>
            </a:p>
          </p:txBody>
        </p:sp>
        <p:sp>
          <p:nvSpPr>
            <p:cNvPr id="58" name="TextBox 57">
              <a:extLst>
                <a:ext uri="{FF2B5EF4-FFF2-40B4-BE49-F238E27FC236}">
                  <a16:creationId xmlns:a16="http://schemas.microsoft.com/office/drawing/2014/main" id="{56C3D84F-4FDC-0E41-1298-FE30569791B6}"/>
                </a:ext>
              </a:extLst>
            </p:cNvPr>
            <p:cNvSpPr txBox="1">
              <a:spLocks/>
            </p:cNvSpPr>
            <p:nvPr/>
          </p:nvSpPr>
          <p:spPr>
            <a:xfrm>
              <a:off x="4052037" y="5039388"/>
              <a:ext cx="334633" cy="246221"/>
            </a:xfrm>
            <a:prstGeom prst="rect">
              <a:avLst/>
            </a:prstGeom>
            <a:noFill/>
          </p:spPr>
          <p:txBody>
            <a:bodyPr wrap="square" rtlCol="0">
              <a:spAutoFit/>
            </a:bodyPr>
            <a:lstStyle/>
            <a:p>
              <a:r>
                <a:rPr lang="en-US" sz="1000" dirty="0"/>
                <a:t>K4</a:t>
              </a:r>
            </a:p>
          </p:txBody>
        </p:sp>
        <p:cxnSp>
          <p:nvCxnSpPr>
            <p:cNvPr id="66" name="Straight Arrow Connector 65">
              <a:extLst>
                <a:ext uri="{FF2B5EF4-FFF2-40B4-BE49-F238E27FC236}">
                  <a16:creationId xmlns:a16="http://schemas.microsoft.com/office/drawing/2014/main" id="{A2CD0579-7E0A-EA18-41B1-3FBD38458693}"/>
                </a:ext>
              </a:extLst>
            </p:cNvPr>
            <p:cNvCxnSpPr>
              <a:cxnSpLocks/>
              <a:stCxn id="88" idx="3"/>
            </p:cNvCxnSpPr>
            <p:nvPr/>
          </p:nvCxnSpPr>
          <p:spPr>
            <a:xfrm flipV="1">
              <a:off x="4386673" y="3831687"/>
              <a:ext cx="173189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8" name="Straight Arrow Connector 67">
              <a:extLst>
                <a:ext uri="{FF2B5EF4-FFF2-40B4-BE49-F238E27FC236}">
                  <a16:creationId xmlns:a16="http://schemas.microsoft.com/office/drawing/2014/main" id="{6B2D0497-B27D-D7D1-A74C-B7C51AF9099A}"/>
                </a:ext>
              </a:extLst>
            </p:cNvPr>
            <p:cNvCxnSpPr>
              <a:cxnSpLocks/>
              <a:stCxn id="56" idx="3"/>
              <a:endCxn id="91" idx="1"/>
            </p:cNvCxnSpPr>
            <p:nvPr/>
          </p:nvCxnSpPr>
          <p:spPr>
            <a:xfrm>
              <a:off x="4386672" y="4154707"/>
              <a:ext cx="747994" cy="50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694F0833-5FEF-8995-034B-1723B390DB71}"/>
                </a:ext>
              </a:extLst>
            </p:cNvPr>
            <p:cNvCxnSpPr>
              <a:cxnSpLocks/>
              <a:stCxn id="57" idx="3"/>
              <a:endCxn id="3" idx="1"/>
            </p:cNvCxnSpPr>
            <p:nvPr/>
          </p:nvCxnSpPr>
          <p:spPr>
            <a:xfrm>
              <a:off x="4386671" y="4815023"/>
              <a:ext cx="74799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D6550490-8EEE-854D-1E54-1FBF7C17E5EF}"/>
                </a:ext>
              </a:extLst>
            </p:cNvPr>
            <p:cNvCxnSpPr>
              <a:cxnSpLocks/>
              <a:stCxn id="58" idx="3"/>
            </p:cNvCxnSpPr>
            <p:nvPr/>
          </p:nvCxnSpPr>
          <p:spPr>
            <a:xfrm flipV="1">
              <a:off x="4386670" y="5162498"/>
              <a:ext cx="173189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129" name="Rectangle 128">
            <a:extLst>
              <a:ext uri="{FF2B5EF4-FFF2-40B4-BE49-F238E27FC236}">
                <a16:creationId xmlns:a16="http://schemas.microsoft.com/office/drawing/2014/main" id="{8774CE55-731B-2EA0-7CBD-C36268533B15}"/>
              </a:ext>
            </a:extLst>
          </p:cNvPr>
          <p:cNvSpPr>
            <a:spLocks/>
          </p:cNvSpPr>
          <p:nvPr/>
        </p:nvSpPr>
        <p:spPr>
          <a:xfrm>
            <a:off x="5561711" y="3984349"/>
            <a:ext cx="877190" cy="6603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rgbClr val="5F6060"/>
              </a:solidFill>
            </a:endParaRPr>
          </a:p>
        </p:txBody>
      </p:sp>
      <p:sp>
        <p:nvSpPr>
          <p:cNvPr id="130" name="Rectangle 129">
            <a:extLst>
              <a:ext uri="{FF2B5EF4-FFF2-40B4-BE49-F238E27FC236}">
                <a16:creationId xmlns:a16="http://schemas.microsoft.com/office/drawing/2014/main" id="{6741A2FF-70C9-BF91-D1DE-C9BA0B6164A6}"/>
              </a:ext>
            </a:extLst>
          </p:cNvPr>
          <p:cNvSpPr>
            <a:spLocks/>
          </p:cNvSpPr>
          <p:nvPr/>
        </p:nvSpPr>
        <p:spPr>
          <a:xfrm>
            <a:off x="5859114" y="4136924"/>
            <a:ext cx="461802" cy="3611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dirty="0">
                <a:solidFill>
                  <a:srgbClr val="5F6060"/>
                </a:solidFill>
              </a:rPr>
              <a:t>ADD</a:t>
            </a:r>
          </a:p>
        </p:txBody>
      </p:sp>
      <p:sp>
        <p:nvSpPr>
          <p:cNvPr id="131" name="TextBox 130">
            <a:extLst>
              <a:ext uri="{FF2B5EF4-FFF2-40B4-BE49-F238E27FC236}">
                <a16:creationId xmlns:a16="http://schemas.microsoft.com/office/drawing/2014/main" id="{3527AC97-5CF0-3A48-ED33-C45BEA6D2FC2}"/>
              </a:ext>
            </a:extLst>
          </p:cNvPr>
          <p:cNvSpPr txBox="1">
            <a:spLocks/>
          </p:cNvSpPr>
          <p:nvPr/>
        </p:nvSpPr>
        <p:spPr>
          <a:xfrm>
            <a:off x="5021637" y="4372818"/>
            <a:ext cx="334633" cy="246221"/>
          </a:xfrm>
          <a:prstGeom prst="rect">
            <a:avLst/>
          </a:prstGeom>
          <a:noFill/>
        </p:spPr>
        <p:txBody>
          <a:bodyPr wrap="square" rtlCol="0">
            <a:spAutoFit/>
          </a:bodyPr>
          <a:lstStyle/>
          <a:p>
            <a:r>
              <a:rPr lang="en-US" sz="1000" dirty="0" err="1"/>
              <a:t>yi</a:t>
            </a:r>
            <a:endParaRPr lang="en-US" sz="1000" dirty="0"/>
          </a:p>
        </p:txBody>
      </p:sp>
      <p:cxnSp>
        <p:nvCxnSpPr>
          <p:cNvPr id="135" name="Straight Arrow Connector 134">
            <a:extLst>
              <a:ext uri="{FF2B5EF4-FFF2-40B4-BE49-F238E27FC236}">
                <a16:creationId xmlns:a16="http://schemas.microsoft.com/office/drawing/2014/main" id="{3F824629-2C38-D8FB-D9EB-D7B91A3229FB}"/>
              </a:ext>
            </a:extLst>
          </p:cNvPr>
          <p:cNvCxnSpPr>
            <a:stCxn id="24" idx="3"/>
            <a:endCxn id="130" idx="1"/>
          </p:cNvCxnSpPr>
          <p:nvPr/>
        </p:nvCxnSpPr>
        <p:spPr>
          <a:xfrm>
            <a:off x="4283798" y="4315335"/>
            <a:ext cx="1575316" cy="21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7" name="Connector: Elbow 136">
            <a:extLst>
              <a:ext uri="{FF2B5EF4-FFF2-40B4-BE49-F238E27FC236}">
                <a16:creationId xmlns:a16="http://schemas.microsoft.com/office/drawing/2014/main" id="{39F57D41-C7F0-B45F-F17E-2238F043266B}"/>
              </a:ext>
            </a:extLst>
          </p:cNvPr>
          <p:cNvCxnSpPr>
            <a:cxnSpLocks/>
            <a:stCxn id="131" idx="3"/>
          </p:cNvCxnSpPr>
          <p:nvPr/>
        </p:nvCxnSpPr>
        <p:spPr>
          <a:xfrm flipV="1">
            <a:off x="5356270" y="4449846"/>
            <a:ext cx="502844" cy="46083"/>
          </a:xfrm>
          <a:prstGeom prst="bentConnector3">
            <a:avLst>
              <a:gd name="adj1" fmla="val 63260"/>
            </a:avLst>
          </a:prstGeom>
          <a:ln>
            <a:tailEnd type="triangle"/>
          </a:ln>
        </p:spPr>
        <p:style>
          <a:lnRef idx="2">
            <a:schemeClr val="dk1"/>
          </a:lnRef>
          <a:fillRef idx="0">
            <a:schemeClr val="dk1"/>
          </a:fillRef>
          <a:effectRef idx="1">
            <a:schemeClr val="dk1"/>
          </a:effectRef>
          <a:fontRef idx="minor">
            <a:schemeClr val="tx1"/>
          </a:fontRef>
        </p:style>
      </p:cxnSp>
      <p:sp>
        <p:nvSpPr>
          <p:cNvPr id="143" name="TextBox 142">
            <a:extLst>
              <a:ext uri="{FF2B5EF4-FFF2-40B4-BE49-F238E27FC236}">
                <a16:creationId xmlns:a16="http://schemas.microsoft.com/office/drawing/2014/main" id="{D86ACB84-4E1F-4454-EA81-4F7D7F10BC71}"/>
              </a:ext>
            </a:extLst>
          </p:cNvPr>
          <p:cNvSpPr txBox="1"/>
          <p:nvPr/>
        </p:nvSpPr>
        <p:spPr>
          <a:xfrm>
            <a:off x="5776142" y="3709498"/>
            <a:ext cx="448328" cy="276999"/>
          </a:xfrm>
          <a:prstGeom prst="rect">
            <a:avLst/>
          </a:prstGeom>
          <a:noFill/>
        </p:spPr>
        <p:txBody>
          <a:bodyPr wrap="none" rtlCol="0">
            <a:spAutoFit/>
          </a:bodyPr>
          <a:lstStyle/>
          <a:p>
            <a:r>
              <a:rPr lang="en-US" sz="1200" dirty="0"/>
              <a:t>yi+1</a:t>
            </a:r>
          </a:p>
        </p:txBody>
      </p:sp>
      <p:cxnSp>
        <p:nvCxnSpPr>
          <p:cNvPr id="145" name="Straight Arrow Connector 144">
            <a:extLst>
              <a:ext uri="{FF2B5EF4-FFF2-40B4-BE49-F238E27FC236}">
                <a16:creationId xmlns:a16="http://schemas.microsoft.com/office/drawing/2014/main" id="{4927C4B1-767B-A76E-C980-7E7F0FDBF4FE}"/>
              </a:ext>
            </a:extLst>
          </p:cNvPr>
          <p:cNvCxnSpPr>
            <a:stCxn id="130" idx="3"/>
          </p:cNvCxnSpPr>
          <p:nvPr/>
        </p:nvCxnSpPr>
        <p:spPr>
          <a:xfrm flipV="1">
            <a:off x="6320916" y="4308922"/>
            <a:ext cx="699009" cy="85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6" name="TextBox 145">
            <a:extLst>
              <a:ext uri="{FF2B5EF4-FFF2-40B4-BE49-F238E27FC236}">
                <a16:creationId xmlns:a16="http://schemas.microsoft.com/office/drawing/2014/main" id="{02430BD8-C06A-58E8-F3BD-9E2296115D5E}"/>
              </a:ext>
            </a:extLst>
          </p:cNvPr>
          <p:cNvSpPr txBox="1"/>
          <p:nvPr/>
        </p:nvSpPr>
        <p:spPr>
          <a:xfrm>
            <a:off x="7019925" y="4161355"/>
            <a:ext cx="448328" cy="276999"/>
          </a:xfrm>
          <a:prstGeom prst="rect">
            <a:avLst/>
          </a:prstGeom>
          <a:noFill/>
        </p:spPr>
        <p:txBody>
          <a:bodyPr wrap="none" rtlCol="0">
            <a:spAutoFit/>
          </a:bodyPr>
          <a:lstStyle/>
          <a:p>
            <a:r>
              <a:rPr lang="en-US" sz="1200" dirty="0"/>
              <a:t>yi+1</a:t>
            </a:r>
          </a:p>
        </p:txBody>
      </p:sp>
      <p:sp>
        <p:nvSpPr>
          <p:cNvPr id="147" name="Rectangle 146">
            <a:extLst>
              <a:ext uri="{FF2B5EF4-FFF2-40B4-BE49-F238E27FC236}">
                <a16:creationId xmlns:a16="http://schemas.microsoft.com/office/drawing/2014/main" id="{E467B425-3F12-64C9-4BC7-562E331CAEC7}"/>
              </a:ext>
            </a:extLst>
          </p:cNvPr>
          <p:cNvSpPr>
            <a:spLocks/>
          </p:cNvSpPr>
          <p:nvPr/>
        </p:nvSpPr>
        <p:spPr>
          <a:xfrm>
            <a:off x="5607692" y="5203413"/>
            <a:ext cx="877190" cy="6603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solidFill>
                <a:srgbClr val="5F6060"/>
              </a:solidFill>
            </a:endParaRPr>
          </a:p>
        </p:txBody>
      </p:sp>
      <p:sp>
        <p:nvSpPr>
          <p:cNvPr id="148" name="TextBox 147">
            <a:extLst>
              <a:ext uri="{FF2B5EF4-FFF2-40B4-BE49-F238E27FC236}">
                <a16:creationId xmlns:a16="http://schemas.microsoft.com/office/drawing/2014/main" id="{5CF450B3-08E5-11DD-5744-743EC5CD54CF}"/>
              </a:ext>
            </a:extLst>
          </p:cNvPr>
          <p:cNvSpPr txBox="1"/>
          <p:nvPr/>
        </p:nvSpPr>
        <p:spPr>
          <a:xfrm>
            <a:off x="5776142" y="4916177"/>
            <a:ext cx="516488" cy="276999"/>
          </a:xfrm>
          <a:prstGeom prst="rect">
            <a:avLst/>
          </a:prstGeom>
          <a:noFill/>
        </p:spPr>
        <p:txBody>
          <a:bodyPr wrap="none" rtlCol="0">
            <a:spAutoFit/>
          </a:bodyPr>
          <a:lstStyle/>
          <a:p>
            <a:r>
              <a:rPr lang="en-US" sz="1200" dirty="0"/>
              <a:t>Mem</a:t>
            </a:r>
          </a:p>
        </p:txBody>
      </p:sp>
      <p:cxnSp>
        <p:nvCxnSpPr>
          <p:cNvPr id="150" name="Connector: Elbow 149">
            <a:extLst>
              <a:ext uri="{FF2B5EF4-FFF2-40B4-BE49-F238E27FC236}">
                <a16:creationId xmlns:a16="http://schemas.microsoft.com/office/drawing/2014/main" id="{E7F677AC-D1CD-7500-997E-84BE15840C56}"/>
              </a:ext>
            </a:extLst>
          </p:cNvPr>
          <p:cNvCxnSpPr>
            <a:endCxn id="147" idx="3"/>
          </p:cNvCxnSpPr>
          <p:nvPr/>
        </p:nvCxnSpPr>
        <p:spPr>
          <a:xfrm rot="5400000">
            <a:off x="5968533" y="4831684"/>
            <a:ext cx="1218236" cy="185538"/>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52" name="Connector: Elbow 151">
            <a:extLst>
              <a:ext uri="{FF2B5EF4-FFF2-40B4-BE49-F238E27FC236}">
                <a16:creationId xmlns:a16="http://schemas.microsoft.com/office/drawing/2014/main" id="{7BFFA32E-219D-6896-D041-8B29792F08DA}"/>
              </a:ext>
            </a:extLst>
          </p:cNvPr>
          <p:cNvCxnSpPr>
            <a:stCxn id="147" idx="1"/>
            <a:endCxn id="131" idx="2"/>
          </p:cNvCxnSpPr>
          <p:nvPr/>
        </p:nvCxnSpPr>
        <p:spPr>
          <a:xfrm rot="10800000">
            <a:off x="5188954" y="4619039"/>
            <a:ext cx="418738" cy="91453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72982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2F4C3-72A1-E136-7A04-2224AA0BA3C2}"/>
              </a:ext>
            </a:extLst>
          </p:cNvPr>
          <p:cNvSpPr>
            <a:spLocks noGrp="1"/>
          </p:cNvSpPr>
          <p:nvPr>
            <p:ph type="title"/>
          </p:nvPr>
        </p:nvSpPr>
        <p:spPr>
          <a:xfrm>
            <a:off x="457200" y="1685617"/>
            <a:ext cx="8211312" cy="399215"/>
          </a:xfrm>
        </p:spPr>
        <p:txBody>
          <a:bodyPr/>
          <a:lstStyle/>
          <a:p>
            <a:r>
              <a:rPr lang="en-US"/>
              <a:t>References</a:t>
            </a:r>
          </a:p>
        </p:txBody>
      </p:sp>
      <p:sp>
        <p:nvSpPr>
          <p:cNvPr id="4" name="Text Placeholder 3">
            <a:extLst>
              <a:ext uri="{FF2B5EF4-FFF2-40B4-BE49-F238E27FC236}">
                <a16:creationId xmlns:a16="http://schemas.microsoft.com/office/drawing/2014/main" id="{8E68649E-9D27-E3A0-8F50-90EEBAC650D9}"/>
              </a:ext>
            </a:extLst>
          </p:cNvPr>
          <p:cNvSpPr>
            <a:spLocks noGrp="1"/>
          </p:cNvSpPr>
          <p:nvPr>
            <p:ph type="body" sz="half" idx="2"/>
          </p:nvPr>
        </p:nvSpPr>
        <p:spPr>
          <a:xfrm>
            <a:off x="457200" y="2084832"/>
            <a:ext cx="8211312" cy="4280734"/>
          </a:xfrm>
        </p:spPr>
        <p:txBody>
          <a:bodyPr>
            <a:normAutofit/>
          </a:bodyPr>
          <a:lstStyle/>
          <a:p>
            <a:r>
              <a:rPr lang="en-US" dirty="0"/>
              <a:t>[1]	Turyn, L. (2013). Advanced Engineering Mathematics (1st ed.). CRC Press. Pg 699-705. https://doi.org/10.1201/b15750 </a:t>
            </a:r>
          </a:p>
          <a:p>
            <a:r>
              <a:rPr lang="en-US" dirty="0"/>
              <a:t>[2]	Physics Ninja, “Projectile Motion: Finding the Maximum Height and the Range,” 2017. https://youtu.be/Mp8bz5P1m4I?si=Gj5HcVudR_Tm61vA. </a:t>
            </a:r>
          </a:p>
          <a:p>
            <a:r>
              <a:rPr lang="pt-BR" dirty="0"/>
              <a:t>[3]	S. Bhattacharya, “Implementation of Runge-Kutta Hardware Accelerator,” </a:t>
            </a:r>
            <a:r>
              <a:rPr lang="pt-BR" i="1" dirty="0"/>
              <a:t>GitHub</a:t>
            </a:r>
            <a:r>
              <a:rPr lang="pt-BR" dirty="0"/>
              <a:t>, https://github.com/BhattSoham/Implementation-of-Runge-Kutta-Hardware-Accelerator/tree/main/RK4.</a:t>
            </a:r>
          </a:p>
        </p:txBody>
      </p:sp>
    </p:spTree>
    <p:extLst>
      <p:ext uri="{BB962C8B-B14F-4D97-AF65-F5344CB8AC3E}">
        <p14:creationId xmlns:p14="http://schemas.microsoft.com/office/powerpoint/2010/main" val="654832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6afaa0-716b-460e-996d-886e464ca4da">
      <Terms xmlns="http://schemas.microsoft.com/office/infopath/2007/PartnerControls"/>
    </lcf76f155ced4ddcb4097134ff3c332f>
    <TaxCatchAll xmlns="5af42e17-c724-4ea1-ac9f-cc447e87445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37D7B2EC8BFFE40AD78F725244BC516" ma:contentTypeVersion="12" ma:contentTypeDescription="Create a new document." ma:contentTypeScope="" ma:versionID="cdce81de79dbf51fb70a866eb5705730">
  <xsd:schema xmlns:xsd="http://www.w3.org/2001/XMLSchema" xmlns:xs="http://www.w3.org/2001/XMLSchema" xmlns:p="http://schemas.microsoft.com/office/2006/metadata/properties" xmlns:ns2="886afaa0-716b-460e-996d-886e464ca4da" xmlns:ns3="5af42e17-c724-4ea1-ac9f-cc447e87445e" targetNamespace="http://schemas.microsoft.com/office/2006/metadata/properties" ma:root="true" ma:fieldsID="1459afe327830e2784da4f7347e2dac3" ns2:_="" ns3:_="">
    <xsd:import namespace="886afaa0-716b-460e-996d-886e464ca4da"/>
    <xsd:import namespace="5af42e17-c724-4ea1-ac9f-cc447e87445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6afaa0-716b-460e-996d-886e464ca4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38fa7a7-b18c-4352-a067-90bbe88a6642"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af42e17-c724-4ea1-ac9f-cc447e87445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d4275f1-1e13-4c9e-83ed-4a8fc79e1105}" ma:internalName="TaxCatchAll" ma:showField="CatchAllData" ma:web="5af42e17-c724-4ea1-ac9f-cc447e87445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FEA93E-375E-4679-9AE5-71CBC473357A}">
  <ds:schemaRefs>
    <ds:schemaRef ds:uri="5af42e17-c724-4ea1-ac9f-cc447e87445e"/>
    <ds:schemaRef ds:uri="886afaa0-716b-460e-996d-886e464ca4da"/>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BA87307-14E3-488B-ABD9-287045899CCF}">
  <ds:schemaRefs>
    <ds:schemaRef ds:uri="http://schemas.microsoft.com/sharepoint/v3/contenttype/forms"/>
  </ds:schemaRefs>
</ds:datastoreItem>
</file>

<file path=customXml/itemProps3.xml><?xml version="1.0" encoding="utf-8"?>
<ds:datastoreItem xmlns:ds="http://schemas.openxmlformats.org/officeDocument/2006/customXml" ds:itemID="{20026AB0-07F7-4298-AA36-979CAA75D6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6afaa0-716b-460e-996d-886e464ca4da"/>
    <ds:schemaRef ds:uri="5af42e17-c724-4ea1-ac9f-cc447e8744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2ac0c07-b75f-46bf-9b13-3630ba94bb69}" enabled="0" method="" siteId="{02ac0c07-b75f-46bf-9b13-3630ba94bb69}" removed="1"/>
</clbl:labelList>
</file>

<file path=docProps/app.xml><?xml version="1.0" encoding="utf-8"?>
<Properties xmlns="http://schemas.openxmlformats.org/officeDocument/2006/extended-properties" xmlns:vt="http://schemas.openxmlformats.org/officeDocument/2006/docPropsVTypes">
  <TotalTime>220</TotalTime>
  <Words>814</Words>
  <Application>Microsoft Office PowerPoint</Application>
  <PresentationFormat>On-screen Show (4:3)</PresentationFormat>
  <Paragraphs>107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 Math</vt:lpstr>
      <vt:lpstr>Georgia</vt:lpstr>
      <vt:lpstr>Office Theme</vt:lpstr>
      <vt:lpstr>Runge-Kutta Fourth Order Numerical Integrator</vt:lpstr>
      <vt:lpstr>Introduction</vt:lpstr>
      <vt:lpstr>Introduction – RK4</vt:lpstr>
      <vt:lpstr>Motivation</vt:lpstr>
      <vt:lpstr>Problem Analysis</vt:lpstr>
      <vt:lpstr>Problem Analysis</vt:lpstr>
      <vt:lpstr>Hardware Architecture: FCB [3], Range, and K1-K4</vt:lpstr>
      <vt:lpstr>Hardware Architecture – K-block, yi+1, and memory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title goes here.</dc:title>
  <dc:creator>Scott Oppenheim</dc:creator>
  <cp:lastModifiedBy>Jenkins, James</cp:lastModifiedBy>
  <cp:revision>2</cp:revision>
  <dcterms:created xsi:type="dcterms:W3CDTF">2012-01-31T19:06:43Z</dcterms:created>
  <dcterms:modified xsi:type="dcterms:W3CDTF">2026-02-18T19:53:16Z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0x010100937D7B2EC8BFFE40AD78F725244BC516</vt:lpwstr>
  </property>
  <property fmtid="{D5CDD505-2E9C-101B-9397-08002B2CF9AE}" pid="3" name="MediaServiceImageTags">
    <vt:lpwstr/>
  </property>
</Properties>
</file>